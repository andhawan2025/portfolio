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4" r:id="rId2"/>
  </p:sldMasterIdLst>
  <p:notesMasterIdLst>
    <p:notesMasterId r:id="rId4"/>
  </p:notesMasterIdLst>
  <p:sldIdLst>
    <p:sldId id="3900" r:id="rId3"/>
  </p:sldIdLst>
  <p:sldSz cx="18288000" cy="10058400"/>
  <p:notesSz cx="6858000" cy="9144000"/>
  <p:defaultTextStyle>
    <a:defPPr>
      <a:defRPr lang="en-US"/>
    </a:defPPr>
    <a:lvl1pPr marL="0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1pPr>
    <a:lvl2pPr marL="614477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2pPr>
    <a:lvl3pPr marL="1228954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3pPr>
    <a:lvl4pPr marL="1843430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4pPr>
    <a:lvl5pPr marL="2457907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5pPr>
    <a:lvl6pPr marL="3072384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6pPr>
    <a:lvl7pPr marL="3686861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7pPr>
    <a:lvl8pPr marL="4301338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8pPr>
    <a:lvl9pPr marL="4915814" algn="l" defTabSz="1228954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hawan, Anubhav" initials="AD" lastIdx="75" clrIdx="0">
    <p:extLst>
      <p:ext uri="{19B8F6BF-5375-455C-9EA6-DF929625EA0E}">
        <p15:presenceInfo xmlns:p15="http://schemas.microsoft.com/office/powerpoint/2012/main" userId="Dhawan, Anubhav" providerId="None"/>
      </p:ext>
    </p:extLst>
  </p:cmAuthor>
  <p:cmAuthor id="2" name="Garg, Neeraj" initials="GN" lastIdx="51" clrIdx="1">
    <p:extLst>
      <p:ext uri="{19B8F6BF-5375-455C-9EA6-DF929625EA0E}">
        <p15:presenceInfo xmlns:p15="http://schemas.microsoft.com/office/powerpoint/2012/main" userId="S::neeragarg@deloitte.com::e04efc1f-c5c8-4bc1-9a20-98888a7c03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B00"/>
    <a:srgbClr val="0097A9"/>
    <a:srgbClr val="FFD699"/>
    <a:srgbClr val="86BC25"/>
    <a:srgbClr val="D5EEA8"/>
    <a:srgbClr val="012169"/>
    <a:srgbClr val="75787B"/>
    <a:srgbClr val="62B5E5"/>
    <a:srgbClr val="E0F0FA"/>
    <a:srgbClr val="176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02C05-F24D-442F-8F0A-B01615589705}" v="4" dt="2026-08-14T03:47:13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5232" autoAdjust="0"/>
  </p:normalViewPr>
  <p:slideViewPr>
    <p:cSldViewPr snapToGrid="0">
      <p:cViewPr>
        <p:scale>
          <a:sx n="200" d="100"/>
          <a:sy n="200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d" userId="e945d866f010e6d4" providerId="LiveId" clId="{A594BAC3-97EA-41CD-8232-217BC3E57C3C}"/>
    <pc:docChg chg="undo custSel delSld modSld delMainMaster modMainMaster">
      <pc:chgData name="a d" userId="e945d866f010e6d4" providerId="LiveId" clId="{A594BAC3-97EA-41CD-8232-217BC3E57C3C}" dt="2026-08-14T03:47:54.982" v="138" actId="1035"/>
      <pc:docMkLst>
        <pc:docMk/>
      </pc:docMkLst>
      <pc:sldChg chg="del">
        <pc:chgData name="a d" userId="e945d866f010e6d4" providerId="LiveId" clId="{A594BAC3-97EA-41CD-8232-217BC3E57C3C}" dt="2026-08-14T03:38:29.678" v="0" actId="47"/>
        <pc:sldMkLst>
          <pc:docMk/>
          <pc:sldMk cId="1224926455" sldId="340"/>
        </pc:sldMkLst>
      </pc:sldChg>
      <pc:sldChg chg="del">
        <pc:chgData name="a d" userId="e945d866f010e6d4" providerId="LiveId" clId="{A594BAC3-97EA-41CD-8232-217BC3E57C3C}" dt="2026-08-14T03:38:29.678" v="0" actId="47"/>
        <pc:sldMkLst>
          <pc:docMk/>
          <pc:sldMk cId="923011766" sldId="3897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2246023937" sldId="3898"/>
        </pc:sldMkLst>
      </pc:sldChg>
      <pc:sldChg chg="del">
        <pc:chgData name="a d" userId="e945d866f010e6d4" providerId="LiveId" clId="{A594BAC3-97EA-41CD-8232-217BC3E57C3C}" dt="2026-08-14T03:38:29.678" v="0" actId="47"/>
        <pc:sldMkLst>
          <pc:docMk/>
          <pc:sldMk cId="604234040" sldId="3899"/>
        </pc:sldMkLst>
      </pc:sldChg>
      <pc:sldChg chg="addSp delSp modSp mod">
        <pc:chgData name="a d" userId="e945d866f010e6d4" providerId="LiveId" clId="{A594BAC3-97EA-41CD-8232-217BC3E57C3C}" dt="2026-08-14T03:47:54.982" v="138" actId="1035"/>
        <pc:sldMkLst>
          <pc:docMk/>
          <pc:sldMk cId="2770663701" sldId="3900"/>
        </pc:sldMkLst>
        <pc:spChg chg="mod">
          <ac:chgData name="a d" userId="e945d866f010e6d4" providerId="LiveId" clId="{A594BAC3-97EA-41CD-8232-217BC3E57C3C}" dt="2026-08-14T03:47:36.068" v="126" actId="1076"/>
          <ac:spMkLst>
            <pc:docMk/>
            <pc:sldMk cId="2770663701" sldId="3900"/>
            <ac:spMk id="9" creationId="{00000000-0000-0000-0000-000000000000}"/>
          </ac:spMkLst>
        </pc:spChg>
        <pc:spChg chg="mod">
          <ac:chgData name="a d" userId="e945d866f010e6d4" providerId="LiveId" clId="{A594BAC3-97EA-41CD-8232-217BC3E57C3C}" dt="2026-08-14T03:47:03.421" v="117" actId="1038"/>
          <ac:spMkLst>
            <pc:docMk/>
            <pc:sldMk cId="2770663701" sldId="3900"/>
            <ac:spMk id="25" creationId="{3DF566BD-1B21-46C1-B345-01BC3284C64F}"/>
          </ac:spMkLst>
        </pc:spChg>
        <pc:spChg chg="mod">
          <ac:chgData name="a d" userId="e945d866f010e6d4" providerId="LiveId" clId="{A594BAC3-97EA-41CD-8232-217BC3E57C3C}" dt="2026-08-14T03:42:16.353" v="66" actId="20577"/>
          <ac:spMkLst>
            <pc:docMk/>
            <pc:sldMk cId="2770663701" sldId="3900"/>
            <ac:spMk id="337" creationId="{29D295E8-3114-48F2-B505-8C3668C7BDFC}"/>
          </ac:spMkLst>
        </pc:spChg>
        <pc:spChg chg="mod topLvl">
          <ac:chgData name="a d" userId="e945d866f010e6d4" providerId="LiveId" clId="{A594BAC3-97EA-41CD-8232-217BC3E57C3C}" dt="2026-08-14T03:47:54.982" v="138" actId="1035"/>
          <ac:spMkLst>
            <pc:docMk/>
            <pc:sldMk cId="2770663701" sldId="3900"/>
            <ac:spMk id="604" creationId="{9237EBDC-C365-4A28-8F27-624B085CE653}"/>
          </ac:spMkLst>
        </pc:spChg>
        <pc:spChg chg="mod topLvl">
          <ac:chgData name="a d" userId="e945d866f010e6d4" providerId="LiveId" clId="{A594BAC3-97EA-41CD-8232-217BC3E57C3C}" dt="2026-08-14T03:47:54.982" v="138" actId="1035"/>
          <ac:spMkLst>
            <pc:docMk/>
            <pc:sldMk cId="2770663701" sldId="3900"/>
            <ac:spMk id="605" creationId="{DB0CC45B-7EE0-4C29-950E-707015CAA413}"/>
          </ac:spMkLst>
        </pc:spChg>
        <pc:spChg chg="mod topLvl">
          <ac:chgData name="a d" userId="e945d866f010e6d4" providerId="LiveId" clId="{A594BAC3-97EA-41CD-8232-217BC3E57C3C}" dt="2026-08-14T03:47:54.982" v="138" actId="1035"/>
          <ac:spMkLst>
            <pc:docMk/>
            <pc:sldMk cId="2770663701" sldId="3900"/>
            <ac:spMk id="607" creationId="{852DDB63-7672-46C8-B703-6795F022B70F}"/>
          </ac:spMkLst>
        </pc:spChg>
        <pc:spChg chg="mod topLvl">
          <ac:chgData name="a d" userId="e945d866f010e6d4" providerId="LiveId" clId="{A594BAC3-97EA-41CD-8232-217BC3E57C3C}" dt="2026-08-14T03:47:54.982" v="138" actId="1035"/>
          <ac:spMkLst>
            <pc:docMk/>
            <pc:sldMk cId="2770663701" sldId="3900"/>
            <ac:spMk id="608" creationId="{9381F764-3B9D-44AB-B9D0-A7B2B87DA398}"/>
          </ac:spMkLst>
        </pc:spChg>
        <pc:grpChg chg="add del mod">
          <ac:chgData name="a d" userId="e945d866f010e6d4" providerId="LiveId" clId="{A594BAC3-97EA-41CD-8232-217BC3E57C3C}" dt="2026-08-14T03:47:12.910" v="119" actId="165"/>
          <ac:grpSpMkLst>
            <pc:docMk/>
            <pc:sldMk cId="2770663701" sldId="3900"/>
            <ac:grpSpMk id="4" creationId="{17566AD8-4080-8D35-445C-D1DBA3B136BC}"/>
          </ac:grpSpMkLst>
        </pc:grpChg>
        <pc:grpChg chg="del mod topLvl">
          <ac:chgData name="a d" userId="e945d866f010e6d4" providerId="LiveId" clId="{A594BAC3-97EA-41CD-8232-217BC3E57C3C}" dt="2026-08-14T03:47:13.351" v="120" actId="165"/>
          <ac:grpSpMkLst>
            <pc:docMk/>
            <pc:sldMk cId="2770663701" sldId="3900"/>
            <ac:grpSpMk id="601" creationId="{B34E296D-DBF8-4253-A009-6711D7770766}"/>
          </ac:grpSpMkLst>
        </pc:grpChg>
        <pc:grpChg chg="del mod topLvl">
          <ac:chgData name="a d" userId="e945d866f010e6d4" providerId="LiveId" clId="{A594BAC3-97EA-41CD-8232-217BC3E57C3C}" dt="2026-08-14T03:47:13.351" v="120" actId="165"/>
          <ac:grpSpMkLst>
            <pc:docMk/>
            <pc:sldMk cId="2770663701" sldId="3900"/>
            <ac:grpSpMk id="606" creationId="{CAC5023C-B5F1-4C12-82EF-D684953A1570}"/>
          </ac:grpSpMkLst>
        </pc:grpChg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1968578894" sldId="3901"/>
        </pc:sldMkLst>
      </pc:sldChg>
      <pc:sldChg chg="del">
        <pc:chgData name="a d" userId="e945d866f010e6d4" providerId="LiveId" clId="{A594BAC3-97EA-41CD-8232-217BC3E57C3C}" dt="2026-08-14T03:38:29.678" v="0" actId="47"/>
        <pc:sldMkLst>
          <pc:docMk/>
          <pc:sldMk cId="1014584802" sldId="3902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876076840" sldId="3904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3780126123" sldId="3905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1275290313" sldId="3907"/>
        </pc:sldMkLst>
      </pc:sldChg>
      <pc:sldChg chg="del">
        <pc:chgData name="a d" userId="e945d866f010e6d4" providerId="LiveId" clId="{A594BAC3-97EA-41CD-8232-217BC3E57C3C}" dt="2026-08-14T03:38:29.678" v="0" actId="47"/>
        <pc:sldMkLst>
          <pc:docMk/>
          <pc:sldMk cId="3764205865" sldId="3908"/>
        </pc:sldMkLst>
      </pc:sldChg>
      <pc:sldChg chg="del">
        <pc:chgData name="a d" userId="e945d866f010e6d4" providerId="LiveId" clId="{A594BAC3-97EA-41CD-8232-217BC3E57C3C}" dt="2026-08-14T03:38:29.678" v="0" actId="47"/>
        <pc:sldMkLst>
          <pc:docMk/>
          <pc:sldMk cId="2020561822" sldId="3909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2068455690" sldId="3910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1953796972" sldId="3911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3110240043" sldId="3912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1536083538" sldId="3913"/>
        </pc:sldMkLst>
      </pc:sldChg>
      <pc:sldChg chg="del">
        <pc:chgData name="a d" userId="e945d866f010e6d4" providerId="LiveId" clId="{A594BAC3-97EA-41CD-8232-217BC3E57C3C}" dt="2026-08-14T03:38:39.020" v="1" actId="47"/>
        <pc:sldMkLst>
          <pc:docMk/>
          <pc:sldMk cId="853185058" sldId="3914"/>
        </pc:sldMkLst>
      </pc:sldChg>
      <pc:sldMasterChg chg="del">
        <pc:chgData name="a d" userId="e945d866f010e6d4" providerId="LiveId" clId="{A594BAC3-97EA-41CD-8232-217BC3E57C3C}" dt="2026-08-14T03:39:36.161" v="4" actId="2696"/>
        <pc:sldMasterMkLst>
          <pc:docMk/>
          <pc:sldMasterMk cId="3256525435" sldId="2147483660"/>
        </pc:sldMasterMkLst>
      </pc:sldMasterChg>
      <pc:sldMasterChg chg="delSp mod">
        <pc:chgData name="a d" userId="e945d866f010e6d4" providerId="LiveId" clId="{A594BAC3-97EA-41CD-8232-217BC3E57C3C}" dt="2026-08-14T03:39:11.693" v="3" actId="478"/>
        <pc:sldMasterMkLst>
          <pc:docMk/>
          <pc:sldMasterMk cId="733445929" sldId="2147483662"/>
        </pc:sldMasterMkLst>
        <pc:spChg chg="del">
          <ac:chgData name="a d" userId="e945d866f010e6d4" providerId="LiveId" clId="{A594BAC3-97EA-41CD-8232-217BC3E57C3C}" dt="2026-08-14T03:39:11.693" v="3" actId="478"/>
          <ac:spMkLst>
            <pc:docMk/>
            <pc:sldMasterMk cId="733445929" sldId="2147483662"/>
            <ac:spMk id="22" creationId="{00000000-0000-0000-0000-000000000000}"/>
          </ac:spMkLst>
        </pc:spChg>
        <pc:picChg chg="del">
          <ac:chgData name="a d" userId="e945d866f010e6d4" providerId="LiveId" clId="{A594BAC3-97EA-41CD-8232-217BC3E57C3C}" dt="2026-08-14T03:39:09.392" v="2" actId="478"/>
          <ac:picMkLst>
            <pc:docMk/>
            <pc:sldMasterMk cId="733445929" sldId="2147483662"/>
            <ac:picMk id="198903" creationId="{00000000-0000-0000-0000-000000000000}"/>
          </ac:picMkLst>
        </pc:picChg>
      </pc:sldMasterChg>
      <pc:sldMasterChg chg="delSp mod modSldLayout">
        <pc:chgData name="a d" userId="e945d866f010e6d4" providerId="LiveId" clId="{A594BAC3-97EA-41CD-8232-217BC3E57C3C}" dt="2026-08-14T03:41:00.147" v="6" actId="478"/>
        <pc:sldMasterMkLst>
          <pc:docMk/>
          <pc:sldMasterMk cId="2591865533" sldId="2147483674"/>
        </pc:sldMasterMkLst>
        <pc:spChg chg="del">
          <ac:chgData name="a d" userId="e945d866f010e6d4" providerId="LiveId" clId="{A594BAC3-97EA-41CD-8232-217BC3E57C3C}" dt="2026-08-14T03:39:49.843" v="5" actId="478"/>
          <ac:spMkLst>
            <pc:docMk/>
            <pc:sldMasterMk cId="2591865533" sldId="2147483674"/>
            <ac:spMk id="9" creationId="{00000000-0000-0000-0000-000000000000}"/>
          </ac:spMkLst>
        </pc:spChg>
        <pc:sldLayoutChg chg="delSp mod">
          <pc:chgData name="a d" userId="e945d866f010e6d4" providerId="LiveId" clId="{A594BAC3-97EA-41CD-8232-217BC3E57C3C}" dt="2026-08-14T03:41:00.147" v="6" actId="478"/>
          <pc:sldLayoutMkLst>
            <pc:docMk/>
            <pc:sldMasterMk cId="2591865533" sldId="2147483674"/>
            <pc:sldLayoutMk cId="3503154431" sldId="2147483748"/>
          </pc:sldLayoutMkLst>
          <pc:spChg chg="del">
            <ac:chgData name="a d" userId="e945d866f010e6d4" providerId="LiveId" clId="{A594BAC3-97EA-41CD-8232-217BC3E57C3C}" dt="2026-08-14T03:41:00.147" v="6" actId="478"/>
            <ac:spMkLst>
              <pc:docMk/>
              <pc:sldMasterMk cId="2591865533" sldId="2147483674"/>
              <pc:sldLayoutMk cId="3503154431" sldId="2147483748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5E1C6-B5EA-44A9-A217-E497598627EA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7D176-7152-404C-BD2C-98DA219D89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9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1pPr>
    <a:lvl2pPr marL="61447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2pPr>
    <a:lvl3pPr marL="122895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3pPr>
    <a:lvl4pPr marL="184343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4pPr>
    <a:lvl5pPr marL="245790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5pPr>
    <a:lvl6pPr marL="307238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6pPr>
    <a:lvl7pPr marL="3686861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7pPr>
    <a:lvl8pPr marL="4301338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8pPr>
    <a:lvl9pPr marL="491581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8615" y="4460180"/>
            <a:ext cx="5685269" cy="2154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EAF01D-3487-4B37-8590-932C5EF07E14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523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2330"/>
          <a:ext cx="2380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3" imgH="394" progId="TCLayout.ActiveDocument.1">
                  <p:embed/>
                </p:oleObj>
              </mc:Choice>
              <mc:Fallback>
                <p:oleObj name="think-cell Slide" r:id="rId3" imgW="393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2330"/>
                        <a:ext cx="2380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7873" y="1375908"/>
            <a:ext cx="16911108" cy="630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2200" b="0" i="1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add Subtitle </a:t>
            </a:r>
          </a:p>
        </p:txBody>
      </p:sp>
    </p:spTree>
    <p:extLst>
      <p:ext uri="{BB962C8B-B14F-4D97-AF65-F5344CB8AC3E}">
        <p14:creationId xmlns:p14="http://schemas.microsoft.com/office/powerpoint/2010/main" val="191183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rshee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2330"/>
          <a:ext cx="2380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26" imgH="526" progId="TCLayout.ActiveDocument.1">
                  <p:embed/>
                </p:oleObj>
              </mc:Choice>
              <mc:Fallback>
                <p:oleObj name="think-cell Slide" r:id="rId4" imgW="526" imgH="52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4" y="2330"/>
                        <a:ext cx="2380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 bwMode="white">
          <a:xfrm>
            <a:off x="1" y="-1919"/>
            <a:ext cx="6117336" cy="1006032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5887700" y="7528853"/>
            <a:ext cx="402336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Trebuchet MS" panose="020B0603020202020204" pitchFamily="34" charset="0"/>
              </a:rPr>
              <a:t>180327 E2E Compendium - v4.pptx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7874" y="4175433"/>
            <a:ext cx="5049664" cy="630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2000" b="0" i="1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add Subtitle 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687874" y="3932042"/>
            <a:ext cx="5049664" cy="0"/>
          </a:xfrm>
          <a:prstGeom prst="line">
            <a:avLst/>
          </a:prstGeom>
          <a:ln w="28575" cap="rnd">
            <a:solidFill>
              <a:srgbClr val="0071AE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87874" y="2514935"/>
            <a:ext cx="5049664" cy="97503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rgbClr val="0071AE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7850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rsheet 3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8781854"/>
            <a:ext cx="2306320" cy="1202040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7875" y="6584810"/>
            <a:ext cx="16914276" cy="535531"/>
          </a:xfrm>
        </p:spPr>
        <p:txBody>
          <a:bodyPr/>
          <a:lstStyle>
            <a:lvl1pPr>
              <a:defRPr i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87875" y="6186410"/>
            <a:ext cx="16914276" cy="0"/>
          </a:xfrm>
          <a:prstGeom prst="line">
            <a:avLst/>
          </a:prstGeom>
          <a:ln w="28575" cap="rnd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60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2330"/>
          <a:ext cx="2380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2330"/>
                        <a:ext cx="2380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18288000" cy="10058400"/>
          </a:xfrm>
          <a:prstGeom prst="rect">
            <a:avLst/>
          </a:prstGeom>
          <a:solidFill>
            <a:srgbClr val="073C6B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entagon 5"/>
          <p:cNvSpPr/>
          <p:nvPr userDrawn="1"/>
        </p:nvSpPr>
        <p:spPr>
          <a:xfrm>
            <a:off x="0" y="0"/>
            <a:ext cx="6132468" cy="10058400"/>
          </a:xfrm>
          <a:prstGeom prst="homePlate">
            <a:avLst>
              <a:gd name="adj" fmla="val 19184"/>
            </a:avLst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" t="191" r="-506" b="3244"/>
          <a:stretch/>
        </p:blipFill>
        <p:spPr bwMode="auto">
          <a:xfrm>
            <a:off x="4829688" y="4927375"/>
            <a:ext cx="2007992" cy="514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7874" y="4761437"/>
            <a:ext cx="4141812" cy="535531"/>
          </a:xfrm>
        </p:spPr>
        <p:txBody>
          <a:bodyPr wrap="square" anchor="ctr">
            <a:spAutoFit/>
          </a:bodyPr>
          <a:lstStyle>
            <a:lvl1pPr>
              <a:defRPr/>
            </a:lvl1pPr>
          </a:lstStyle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69958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2330"/>
          <a:ext cx="2380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6" imgH="526" progId="TCLayout.ActiveDocument.1">
                  <p:embed/>
                </p:oleObj>
              </mc:Choice>
              <mc:Fallback>
                <p:oleObj name="think-cell Slide" r:id="rId3" imgW="526" imgH="52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2330"/>
                        <a:ext cx="2380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1" y="0"/>
            <a:ext cx="6142129" cy="10058400"/>
          </a:xfrm>
          <a:prstGeom prst="rect">
            <a:avLst/>
          </a:prstGeom>
          <a:solidFill>
            <a:srgbClr val="073C6B"/>
          </a:solidFill>
          <a:ln w="9525" cap="rnd" cmpd="sng" algn="ctr">
            <a:solidFill>
              <a:srgbClr val="07407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7876" y="4663563"/>
            <a:ext cx="4839165" cy="5355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603207" y="2304120"/>
            <a:ext cx="10801351" cy="5425017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 marL="511200" indent="-165600">
              <a:spcBef>
                <a:spcPts val="3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914400" indent="-176213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4pPr>
            <a:lvl5pPr marL="1084263" indent="-169863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–"/>
              <a:defRPr sz="1200" b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200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79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94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endParaRPr lang="en-US" sz="1800" dirty="0">
              <a:solidFill>
                <a:srgbClr val="808080"/>
              </a:solidFill>
            </a:endParaRPr>
          </a:p>
          <a:p>
            <a:pPr defTabSz="914400">
              <a:defRPr/>
            </a:pPr>
            <a:endParaRPr lang="en-US" sz="1800" dirty="0">
              <a:solidFill>
                <a:srgbClr val="808080"/>
              </a:solidFill>
            </a:endParaRPr>
          </a:p>
          <a:p>
            <a:pPr defTabSz="914400">
              <a:defRPr/>
            </a:pPr>
            <a:endParaRPr lang="en-US" sz="1800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34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7"/>
          <p:cNvSpPr>
            <a:spLocks noGrp="1"/>
          </p:cNvSpPr>
          <p:nvPr userDrawn="1">
            <p:ph type="title"/>
          </p:nvPr>
        </p:nvSpPr>
        <p:spPr>
          <a:xfrm>
            <a:off x="730252" y="541611"/>
            <a:ext cx="16821151" cy="535531"/>
          </a:xfrm>
        </p:spPr>
        <p:txBody>
          <a:bodyPr/>
          <a:lstStyle/>
          <a:p>
            <a:endParaRPr lang="en-US" b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30254" y="2018668"/>
            <a:ext cx="16522700" cy="4231927"/>
          </a:xfrm>
        </p:spPr>
        <p:txBody>
          <a:bodyPr/>
          <a:lstStyle>
            <a:lvl1pPr marL="0" marR="0" indent="0" algn="l" defTabSz="978602" rtl="0" eaLnBrk="0" fontAlgn="base" latinLnBrk="0" hangingPunct="0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lvl1pPr>
            <a:lvl2pPr marL="181790" marR="0" indent="-180091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lvl2pPr>
            <a:lvl3pPr marL="365277" marR="0" indent="-181790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lvl3pPr>
            <a:lvl4pPr marL="548764" marR="0" indent="-181790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lvl4pPr>
            <a:lvl5pPr marL="732253" marR="0" indent="-181790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lvl5pPr>
          </a:lstStyle>
          <a:p>
            <a:pPr marL="0" marR="0" lvl="0" indent="0" algn="l" defTabSz="978602" rtl="0" eaLnBrk="0" fontAlgn="base" latinLnBrk="0" hangingPunct="0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of level one text (Arial 20pt)</a:t>
            </a:r>
          </a:p>
          <a:p>
            <a:pPr marL="0" marR="0" lvl="0" indent="0" algn="l" defTabSz="978602" rtl="0" eaLnBrk="0" fontAlgn="base" latinLnBrk="0" hangingPunct="0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of spacing between level one lines </a:t>
            </a:r>
          </a:p>
          <a:p>
            <a:pPr marL="181790" marR="0" lvl="1" indent="-180091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 of first level bullet (Arial 20pt) </a:t>
            </a:r>
            <a:b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(line spacing for all bullets; 1 line, .2 lines before)</a:t>
            </a:r>
          </a:p>
          <a:p>
            <a:pPr marL="181790" marR="0" lvl="1" indent="-180091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Example of highlighted first level bullet (Arial 20pt)</a:t>
            </a:r>
          </a:p>
          <a:p>
            <a:pPr marL="365277" marR="0" lvl="2" indent="-181790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 of second level bullet (Arial 18pt)</a:t>
            </a:r>
          </a:p>
          <a:p>
            <a:pPr marL="548764" marR="0" lvl="3" indent="-181790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 of third level bullet (Arial 18pt)</a:t>
            </a:r>
          </a:p>
          <a:p>
            <a:pPr marL="732253" marR="0" lvl="4" indent="-181790" algn="l" defTabSz="978602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2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 of fourth level bullet (Arial 18pt)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730252" y="1158391"/>
            <a:ext cx="16821151" cy="380876"/>
          </a:xfrm>
        </p:spPr>
        <p:txBody>
          <a:bodyPr/>
          <a:lstStyle>
            <a:lvl1pPr>
              <a:defRPr sz="1533">
                <a:solidFill>
                  <a:schemeClr val="accent3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D8028-8F91-4352-8CC9-C8B0587A37FC}"/>
              </a:ext>
            </a:extLst>
          </p:cNvPr>
          <p:cNvSpPr/>
          <p:nvPr userDrawn="1"/>
        </p:nvSpPr>
        <p:spPr>
          <a:xfrm>
            <a:off x="0" y="9349250"/>
            <a:ext cx="2151529" cy="535531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35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080476"/>
            <a:ext cx="16878300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93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04850" y="590461"/>
            <a:ext cx="1687830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863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547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52477" y="465667"/>
            <a:ext cx="16783049" cy="4900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11366825" y="2432732"/>
            <a:ext cx="6168702" cy="69271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7376468" algn="r"/>
              </a:tabLst>
              <a:defRPr sz="3520">
                <a:solidFill>
                  <a:schemeClr val="accent3"/>
                </a:solidFill>
              </a:defRPr>
            </a:lvl1pPr>
            <a:lvl2pPr>
              <a:tabLst>
                <a:tab pos="7376468" algn="r"/>
              </a:tabLst>
              <a:defRPr/>
            </a:lvl2pPr>
            <a:lvl3pPr>
              <a:tabLst>
                <a:tab pos="7376468" algn="r"/>
              </a:tabLst>
              <a:defRPr/>
            </a:lvl3pPr>
            <a:lvl4pPr>
              <a:tabLst>
                <a:tab pos="7376468" algn="r"/>
              </a:tabLst>
              <a:defRPr/>
            </a:lvl4pPr>
            <a:lvl5pPr>
              <a:tabLst>
                <a:tab pos="7376468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752477" y="2442425"/>
            <a:ext cx="9759522" cy="6917478"/>
          </a:xfrm>
          <a:prstGeom prst="rect">
            <a:avLst/>
          </a:prstGeom>
        </p:spPr>
        <p:txBody>
          <a:bodyPr/>
          <a:lstStyle>
            <a:lvl1pPr>
              <a:tabLst>
                <a:tab pos="7376468" algn="r"/>
              </a:tabLst>
              <a:defRPr/>
            </a:lvl1pPr>
            <a:lvl2pPr>
              <a:tabLst>
                <a:tab pos="7376468" algn="r"/>
              </a:tabLst>
              <a:defRPr/>
            </a:lvl2pPr>
            <a:lvl3pPr>
              <a:tabLst>
                <a:tab pos="7376468" algn="r"/>
              </a:tabLst>
              <a:defRPr/>
            </a:lvl3pPr>
            <a:lvl4pPr>
              <a:tabLst>
                <a:tab pos="7376468" algn="r"/>
              </a:tabLst>
              <a:defRPr/>
            </a:lvl4pPr>
            <a:lvl5pPr>
              <a:tabLst>
                <a:tab pos="7376468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52480" y="955682"/>
            <a:ext cx="16783049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661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563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12991" y="8572943"/>
            <a:ext cx="8391522" cy="74161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640" b="1">
                <a:solidFill>
                  <a:schemeClr val="tx1"/>
                </a:solidFill>
              </a:defRPr>
            </a:lvl1pPr>
            <a:lvl2pPr marL="0" indent="0" algn="l">
              <a:buNone/>
              <a:defRPr sz="2347" b="0"/>
            </a:lvl2pPr>
            <a:lvl3pPr marL="1788113" indent="0" algn="ctr">
              <a:buNone/>
              <a:defRPr sz="3520"/>
            </a:lvl3pPr>
            <a:lvl4pPr marL="2682167" indent="0" algn="ctr">
              <a:buNone/>
              <a:defRPr sz="3128"/>
            </a:lvl4pPr>
            <a:lvl5pPr marL="3576222" indent="0" algn="ctr">
              <a:buNone/>
              <a:defRPr sz="3128"/>
            </a:lvl5pPr>
            <a:lvl6pPr marL="4470279" indent="0" algn="ctr">
              <a:buNone/>
              <a:defRPr sz="3128"/>
            </a:lvl6pPr>
            <a:lvl7pPr marL="5364335" indent="0" algn="ctr">
              <a:buNone/>
              <a:defRPr sz="3128"/>
            </a:lvl7pPr>
            <a:lvl8pPr marL="6258390" indent="0" algn="ctr">
              <a:buNone/>
              <a:defRPr sz="3128"/>
            </a:lvl8pPr>
            <a:lvl9pPr marL="7152446" indent="0" algn="ctr">
              <a:buNone/>
              <a:defRPr sz="3128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712988" y="9331971"/>
            <a:ext cx="8391524" cy="437728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542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712988" y="670560"/>
            <a:ext cx="2997000" cy="54912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813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090574" y="1067139"/>
            <a:ext cx="8100000" cy="79200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8746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080488"/>
            <a:ext cx="16878300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93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704850" y="590461"/>
            <a:ext cx="1687830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2443201"/>
            <a:ext cx="16878300" cy="67956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059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2458727"/>
            <a:ext cx="16878300" cy="67801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347"/>
            </a:lvl1pPr>
            <a:lvl2pPr>
              <a:defRPr sz="2347"/>
            </a:lvl2pPr>
            <a:lvl3pPr>
              <a:defRPr sz="2347"/>
            </a:lvl3pPr>
            <a:lvl4pPr>
              <a:defRPr sz="2347"/>
            </a:lvl4pPr>
            <a:lvl5pPr>
              <a:defRPr sz="2347"/>
            </a:lvl5pPr>
            <a:lvl6pPr>
              <a:defRPr sz="3128"/>
            </a:lvl6pPr>
            <a:lvl7pPr>
              <a:defRPr sz="3128"/>
            </a:lvl7pPr>
            <a:lvl8pPr>
              <a:defRPr sz="3128"/>
            </a:lvl8pPr>
            <a:lvl9pPr>
              <a:defRPr sz="3128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080488"/>
            <a:ext cx="16878300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93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590461"/>
            <a:ext cx="1687830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791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DC_TitleWith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5068"/>
            <a:ext cx="16459200" cy="1069577"/>
          </a:xfrm>
        </p:spPr>
        <p:txBody>
          <a:bodyPr>
            <a:noAutofit/>
          </a:bodyPr>
          <a:lstStyle>
            <a:lvl1pPr algn="l" defTabSz="17881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912" b="0" kern="1200" dirty="0">
                <a:solidFill>
                  <a:srgbClr val="75757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64645"/>
            <a:ext cx="16459200" cy="781854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rgbClr val="000000"/>
                </a:solidFill>
              </a:defRPr>
            </a:lvl2pPr>
            <a:lvl3pPr marL="453248" indent="-453248"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lvl3pPr>
            <a:lvl4pPr marL="1015151" indent="-453248">
              <a:buFont typeface="Calibri" panose="020F0502020204030204" pitchFamily="34" charset="0"/>
              <a:buChar char="–"/>
              <a:defRPr>
                <a:solidFill>
                  <a:srgbClr val="000000"/>
                </a:solidFill>
              </a:defRPr>
            </a:lvl4pPr>
            <a:lvl5pPr marL="2135853" indent="-453248">
              <a:buFont typeface="Calibri" panose="020F0502020204030204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508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080488"/>
            <a:ext cx="16878300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64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04850" y="590461"/>
            <a:ext cx="1687830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40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52475" y="955682"/>
            <a:ext cx="16743525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394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752475" y="465667"/>
            <a:ext cx="16743525" cy="4900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394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52478" y="2442423"/>
            <a:ext cx="16748124" cy="691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140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080476"/>
            <a:ext cx="16878300" cy="11106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93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704850" y="590461"/>
            <a:ext cx="1687830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2443201"/>
            <a:ext cx="16878300" cy="67956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86271" indent="-186271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409796" indent="-186271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633321" indent="-186271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856846" indent="-186271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956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706" y="509494"/>
            <a:ext cx="16846716" cy="696794"/>
          </a:xfrm>
          <a:prstGeom prst="rect">
            <a:avLst/>
          </a:prstGeom>
        </p:spPr>
        <p:txBody>
          <a:bodyPr lIns="0" tIns="0" rIns="0" bIns="0"/>
          <a:lstStyle>
            <a:lvl1pPr>
              <a:defRPr sz="258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718709" y="1394947"/>
            <a:ext cx="16839803" cy="800604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1553"/>
              </a:spcBef>
              <a:buClr>
                <a:schemeClr val="accent1"/>
              </a:buClr>
              <a:buSzPct val="100000"/>
              <a:buFont typeface="Lucida Grande"/>
              <a:buNone/>
              <a:defRPr sz="1811"/>
            </a:lvl1pPr>
            <a:lvl2pPr marL="244915" indent="-242627">
              <a:lnSpc>
                <a:spcPct val="100000"/>
              </a:lnSpc>
              <a:spcBef>
                <a:spcPts val="776"/>
              </a:spcBef>
              <a:buFont typeface="Arial"/>
              <a:buChar char="•"/>
              <a:defRPr sz="1811"/>
            </a:lvl2pPr>
            <a:lvl3pPr>
              <a:lnSpc>
                <a:spcPct val="100000"/>
              </a:lnSpc>
              <a:spcBef>
                <a:spcPts val="776"/>
              </a:spcBef>
              <a:defRPr sz="1553"/>
            </a:lvl3pPr>
            <a:lvl4pPr>
              <a:defRPr sz="1553"/>
            </a:lvl4pPr>
            <a:lvl5pPr marL="1115500" indent="-341018">
              <a:defRPr sz="1424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352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914402" y="2025650"/>
            <a:ext cx="16551275" cy="7075807"/>
          </a:xfrm>
        </p:spPr>
        <p:txBody>
          <a:bodyPr>
            <a:normAutofit/>
          </a:bodyPr>
          <a:lstStyle>
            <a:lvl1pPr>
              <a:spcBef>
                <a:spcPts val="880"/>
              </a:spcBef>
              <a:buSzPct val="100000"/>
              <a:defRPr sz="1760"/>
            </a:lvl1pPr>
            <a:lvl2pPr>
              <a:spcBef>
                <a:spcPts val="880"/>
              </a:spcBef>
              <a:buSzPct val="100000"/>
              <a:defRPr sz="1613"/>
            </a:lvl2pPr>
            <a:lvl3pPr>
              <a:spcBef>
                <a:spcPts val="880"/>
              </a:spcBef>
              <a:buSzPct val="100000"/>
              <a:defRPr sz="1540"/>
            </a:lvl3pPr>
            <a:lvl4pPr>
              <a:spcBef>
                <a:spcPts val="880"/>
              </a:spcBef>
              <a:buSzPct val="100000"/>
              <a:defRPr sz="1467"/>
            </a:lvl4pPr>
            <a:lvl5pPr>
              <a:spcBef>
                <a:spcPts val="880"/>
              </a:spcBef>
              <a:buSzPct val="100000"/>
              <a:defRPr sz="132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914402" y="249515"/>
            <a:ext cx="16551276" cy="1152144"/>
          </a:xfrm>
        </p:spPr>
        <p:txBody>
          <a:bodyPr>
            <a:normAutofit/>
          </a:bodyPr>
          <a:lstStyle>
            <a:lvl1pPr>
              <a:defRPr sz="2933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6289396" y="9625645"/>
            <a:ext cx="1072800" cy="3590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CA" sz="132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1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04850" y="2332991"/>
            <a:ext cx="13544406" cy="6905837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7040"/>
              </a:spcBef>
              <a:defRPr sz="4107">
                <a:solidFill>
                  <a:schemeClr val="tx1"/>
                </a:solidFill>
              </a:defRPr>
            </a:lvl1pPr>
            <a:lvl2pPr marL="894078" indent="-894078">
              <a:defRPr sz="5867">
                <a:solidFill>
                  <a:schemeClr val="bg2"/>
                </a:solidFill>
              </a:defRPr>
            </a:lvl2pPr>
            <a:lvl3pPr>
              <a:defRPr sz="5867">
                <a:solidFill>
                  <a:schemeClr val="bg2"/>
                </a:solidFill>
              </a:defRPr>
            </a:lvl3pPr>
            <a:lvl4pPr>
              <a:defRPr sz="5867">
                <a:solidFill>
                  <a:schemeClr val="bg2"/>
                </a:solidFill>
              </a:defRPr>
            </a:lvl4pPr>
            <a:lvl5pPr>
              <a:defRPr sz="5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3322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04851" y="3011194"/>
            <a:ext cx="14023181" cy="6227634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  <a:lvl6pPr>
              <a:tabLst>
                <a:tab pos="13159711" algn="r"/>
              </a:tabLst>
              <a:defRPr/>
            </a:lvl6pPr>
            <a:lvl7pPr>
              <a:tabLst>
                <a:tab pos="13159711" algn="r"/>
              </a:tabLst>
              <a:defRPr/>
            </a:lvl7pPr>
            <a:lvl8pPr>
              <a:tabLst>
                <a:tab pos="13159711" algn="r"/>
              </a:tabLst>
              <a:defRPr/>
            </a:lvl8pPr>
            <a:lvl9pPr>
              <a:tabLst>
                <a:tab pos="13159711" algn="r"/>
              </a:tabLst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27983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678785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060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9076928" y="2340634"/>
            <a:ext cx="8506223" cy="6252938"/>
          </a:xfr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04850" y="2365939"/>
            <a:ext cx="7887060" cy="6227634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682726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704850" y="670560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76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P TMO_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04849" y="2365939"/>
            <a:ext cx="8303420" cy="6227634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760"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760"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760"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760"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760"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704850" y="670560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056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P TMO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704850" y="1915382"/>
            <a:ext cx="16878300" cy="73606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defRPr/>
            </a:lvl1pPr>
            <a:lvl2pPr>
              <a:lnSpc>
                <a:spcPct val="130000"/>
              </a:lnSpc>
              <a:spcAft>
                <a:spcPts val="880"/>
              </a:spcAft>
              <a:defRPr/>
            </a:lvl2pPr>
            <a:lvl3pPr>
              <a:lnSpc>
                <a:spcPct val="130000"/>
              </a:lnSpc>
              <a:spcAft>
                <a:spcPts val="880"/>
              </a:spcAft>
              <a:defRPr/>
            </a:lvl3pPr>
            <a:lvl4pPr>
              <a:lnSpc>
                <a:spcPct val="130000"/>
              </a:lnSpc>
              <a:spcAft>
                <a:spcPts val="880"/>
              </a:spcAft>
              <a:defRPr/>
            </a:lvl4pPr>
            <a:lvl5pPr>
              <a:lnSpc>
                <a:spcPct val="130000"/>
              </a:lnSpc>
              <a:spcAft>
                <a:spcPts val="880"/>
              </a:spcAft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04850" y="670560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704850" y="377147"/>
            <a:ext cx="4210050" cy="225767"/>
          </a:xfrm>
        </p:spPr>
        <p:txBody>
          <a:bodyPr>
            <a:spAutoFit/>
          </a:bodyPr>
          <a:lstStyle>
            <a:lvl1pPr>
              <a:defRPr sz="146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Placeholder for Section</a:t>
            </a:r>
          </a:p>
        </p:txBody>
      </p:sp>
    </p:spTree>
    <p:extLst>
      <p:ext uri="{BB962C8B-B14F-4D97-AF65-F5344CB8AC3E}">
        <p14:creationId xmlns:p14="http://schemas.microsoft.com/office/powerpoint/2010/main" val="106437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7"/>
            <a:ext cx="16878300" cy="444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3011194"/>
            <a:ext cx="16878300" cy="62276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130000"/>
              </a:lnSpc>
              <a:spcAft>
                <a:spcPts val="880"/>
              </a:spcAft>
              <a:buFontTx/>
              <a:buNone/>
              <a:defRPr/>
            </a:lvl1pPr>
            <a:lvl2pPr marL="186271" indent="-186271" algn="l">
              <a:lnSpc>
                <a:spcPct val="130000"/>
              </a:lnSpc>
              <a:spcAft>
                <a:spcPts val="88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409796" indent="-186271" algn="l">
              <a:lnSpc>
                <a:spcPct val="130000"/>
              </a:lnSpc>
              <a:spcAft>
                <a:spcPts val="88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633321" indent="-186271" algn="l">
              <a:lnSpc>
                <a:spcPct val="130000"/>
              </a:lnSpc>
              <a:spcAft>
                <a:spcPts val="88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856846" indent="-186271" algn="l">
              <a:lnSpc>
                <a:spcPct val="130000"/>
              </a:lnSpc>
              <a:spcAft>
                <a:spcPts val="88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86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P TMO_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2574276"/>
            <a:ext cx="16878300" cy="62276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defRPr sz="1467"/>
            </a:lvl1pPr>
            <a:lvl2pPr>
              <a:lnSpc>
                <a:spcPct val="130000"/>
              </a:lnSpc>
              <a:spcAft>
                <a:spcPts val="880"/>
              </a:spcAft>
              <a:defRPr sz="1467"/>
            </a:lvl2pPr>
            <a:lvl3pPr>
              <a:lnSpc>
                <a:spcPct val="130000"/>
              </a:lnSpc>
              <a:spcAft>
                <a:spcPts val="880"/>
              </a:spcAft>
              <a:defRPr sz="1467"/>
            </a:lvl3pPr>
            <a:lvl4pPr>
              <a:lnSpc>
                <a:spcPct val="130000"/>
              </a:lnSpc>
              <a:spcAft>
                <a:spcPts val="880"/>
              </a:spcAft>
              <a:defRPr sz="1467"/>
            </a:lvl4pPr>
            <a:lvl5pPr>
              <a:lnSpc>
                <a:spcPct val="130000"/>
              </a:lnSpc>
              <a:spcAft>
                <a:spcPts val="880"/>
              </a:spcAft>
              <a:defRPr sz="1467"/>
            </a:lvl5pPr>
            <a:lvl6pPr>
              <a:defRPr sz="3128"/>
            </a:lvl6pPr>
            <a:lvl7pPr>
              <a:defRPr sz="3128"/>
            </a:lvl7pPr>
            <a:lvl8pPr>
              <a:defRPr sz="3128"/>
            </a:lvl8pPr>
            <a:lvl9pPr>
              <a:defRPr sz="3128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406600"/>
            <a:ext cx="16878300" cy="4238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670561"/>
            <a:ext cx="16878300" cy="721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704850" y="377147"/>
            <a:ext cx="4210050" cy="225767"/>
          </a:xfrm>
        </p:spPr>
        <p:txBody>
          <a:bodyPr>
            <a:spAutoFit/>
          </a:bodyPr>
          <a:lstStyle>
            <a:lvl1pPr>
              <a:defRPr sz="146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Placeholder for Section</a:t>
            </a:r>
          </a:p>
        </p:txBody>
      </p:sp>
    </p:spTree>
    <p:extLst>
      <p:ext uri="{BB962C8B-B14F-4D97-AF65-F5344CB8AC3E}">
        <p14:creationId xmlns:p14="http://schemas.microsoft.com/office/powerpoint/2010/main" val="263318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P TMO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406600"/>
            <a:ext cx="16878300" cy="4238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670561"/>
            <a:ext cx="16878300" cy="721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704850" y="377147"/>
            <a:ext cx="4210050" cy="225767"/>
          </a:xfrm>
        </p:spPr>
        <p:txBody>
          <a:bodyPr>
            <a:spAutoFit/>
          </a:bodyPr>
          <a:lstStyle>
            <a:lvl1pPr>
              <a:defRPr sz="146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Placeholder for Section</a:t>
            </a:r>
          </a:p>
        </p:txBody>
      </p:sp>
    </p:spTree>
    <p:extLst>
      <p:ext uri="{BB962C8B-B14F-4D97-AF65-F5344CB8AC3E}">
        <p14:creationId xmlns:p14="http://schemas.microsoft.com/office/powerpoint/2010/main" val="227920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P TMO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670561"/>
            <a:ext cx="16878300" cy="721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704850" y="377147"/>
            <a:ext cx="4210050" cy="225767"/>
          </a:xfrm>
        </p:spPr>
        <p:txBody>
          <a:bodyPr>
            <a:spAutoFit/>
          </a:bodyPr>
          <a:lstStyle>
            <a:lvl1pPr>
              <a:defRPr sz="146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Placeholder for Section</a:t>
            </a:r>
          </a:p>
        </p:txBody>
      </p:sp>
    </p:spTree>
    <p:extLst>
      <p:ext uri="{BB962C8B-B14F-4D97-AF65-F5344CB8AC3E}">
        <p14:creationId xmlns:p14="http://schemas.microsoft.com/office/powerpoint/2010/main" val="386094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2574276"/>
            <a:ext cx="16878300" cy="62276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defRPr sz="1467"/>
            </a:lvl1pPr>
            <a:lvl2pPr>
              <a:lnSpc>
                <a:spcPct val="130000"/>
              </a:lnSpc>
              <a:spcAft>
                <a:spcPts val="880"/>
              </a:spcAft>
              <a:defRPr sz="1467"/>
            </a:lvl2pPr>
            <a:lvl3pPr>
              <a:lnSpc>
                <a:spcPct val="130000"/>
              </a:lnSpc>
              <a:spcAft>
                <a:spcPts val="880"/>
              </a:spcAft>
              <a:defRPr sz="1467"/>
            </a:lvl3pPr>
            <a:lvl4pPr>
              <a:lnSpc>
                <a:spcPct val="130000"/>
              </a:lnSpc>
              <a:spcAft>
                <a:spcPts val="880"/>
              </a:spcAft>
              <a:defRPr sz="1467"/>
            </a:lvl4pPr>
            <a:lvl5pPr>
              <a:lnSpc>
                <a:spcPct val="130000"/>
              </a:lnSpc>
              <a:spcAft>
                <a:spcPts val="880"/>
              </a:spcAft>
              <a:defRPr sz="1467"/>
            </a:lvl5pPr>
            <a:lvl6pPr>
              <a:defRPr sz="3128"/>
            </a:lvl6pPr>
            <a:lvl7pPr>
              <a:defRPr sz="3128"/>
            </a:lvl7pPr>
            <a:lvl8pPr>
              <a:defRPr sz="3128"/>
            </a:lvl8pPr>
            <a:lvl9pPr>
              <a:defRPr sz="3128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406600"/>
            <a:ext cx="16878300" cy="4238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670561"/>
            <a:ext cx="16878300" cy="721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704850" y="377147"/>
            <a:ext cx="4210050" cy="225767"/>
          </a:xfrm>
        </p:spPr>
        <p:txBody>
          <a:bodyPr>
            <a:spAutoFit/>
          </a:bodyPr>
          <a:lstStyle>
            <a:lvl1pPr>
              <a:defRPr sz="146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Placeholder for Section</a:t>
            </a:r>
          </a:p>
        </p:txBody>
      </p:sp>
    </p:spTree>
    <p:extLst>
      <p:ext uri="{BB962C8B-B14F-4D97-AF65-F5344CB8AC3E}">
        <p14:creationId xmlns:p14="http://schemas.microsoft.com/office/powerpoint/2010/main" val="408380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702000" y="3694406"/>
            <a:ext cx="16878300" cy="5080353"/>
          </a:xfrm>
          <a:prstGeom prst="rect">
            <a:avLst/>
          </a:prstGeom>
        </p:spPr>
        <p:txBody>
          <a:bodyPr/>
          <a:lstStyle>
            <a:lvl1pPr>
              <a:lnSpc>
                <a:spcPts val="2053"/>
              </a:lnSpc>
              <a:spcAft>
                <a:spcPts val="880"/>
              </a:spcAft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702000" y="3041697"/>
            <a:ext cx="16878300" cy="523874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6"/>
            <a:ext cx="16878300" cy="4357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704850" y="1317996"/>
            <a:ext cx="16878300" cy="10352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092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702000" y="3694406"/>
            <a:ext cx="5400000" cy="5080353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702000" y="3049723"/>
            <a:ext cx="5400000" cy="57509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6444000" y="3694405"/>
            <a:ext cx="5400000" cy="5080353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444005" y="3049722"/>
            <a:ext cx="5400000" cy="57509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12130440" y="3694406"/>
            <a:ext cx="5400000" cy="5080353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12130439" y="3040712"/>
            <a:ext cx="5400000" cy="5841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7"/>
            <a:ext cx="16878300" cy="4224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605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709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702000" y="3023649"/>
            <a:ext cx="7992000" cy="6198450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9591150" y="3011194"/>
            <a:ext cx="7992000" cy="6210905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7"/>
            <a:ext cx="16878300" cy="4209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605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00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04851" y="2990544"/>
            <a:ext cx="6647786" cy="6248286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8223150" y="3011195"/>
            <a:ext cx="9360000" cy="6227635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6"/>
            <a:ext cx="16878300" cy="4191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99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30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704850" y="2990543"/>
            <a:ext cx="7992000" cy="6248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 baseline="0"/>
            </a:lvl5pPr>
            <a:lvl6pPr>
              <a:defRPr sz="3128"/>
            </a:lvl6pPr>
            <a:lvl7pPr>
              <a:defRPr sz="3128"/>
            </a:lvl7pPr>
            <a:lvl8pPr>
              <a:defRPr sz="3128"/>
            </a:lvl8pPr>
            <a:lvl9pPr>
              <a:defRPr sz="3128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9591150" y="2990543"/>
            <a:ext cx="7992000" cy="6248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sz="1467" baseline="0"/>
            </a:lvl5pPr>
            <a:lvl6pPr>
              <a:defRPr sz="3128"/>
            </a:lvl6pPr>
            <a:lvl7pPr>
              <a:defRPr sz="3128"/>
            </a:lvl7pPr>
            <a:lvl8pPr>
              <a:defRPr sz="3128"/>
            </a:lvl8pPr>
            <a:lvl9pPr>
              <a:defRPr sz="3128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3690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176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704850" y="2990543"/>
            <a:ext cx="8220600" cy="578421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9359376" y="3675157"/>
            <a:ext cx="8223774" cy="5099600"/>
          </a:xfrm>
        </p:spPr>
        <p:txBody>
          <a:bodyPr>
            <a:noAutofit/>
          </a:bodyPr>
          <a:lstStyle>
            <a:lvl1pPr>
              <a:lnSpc>
                <a:spcPts val="2053"/>
              </a:lnSpc>
              <a:spcAft>
                <a:spcPts val="880"/>
              </a:spcAft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359376" y="2967985"/>
            <a:ext cx="8223774" cy="617008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7"/>
            <a:ext cx="16878300" cy="403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704850" y="1314974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95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9359376" y="3668811"/>
            <a:ext cx="8223774" cy="5105948"/>
          </a:xfrm>
        </p:spPr>
        <p:txBody>
          <a:bodyPr>
            <a:noAutofit/>
          </a:bodyPr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359378" y="3011685"/>
            <a:ext cx="8223774" cy="617008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704851" y="3668811"/>
            <a:ext cx="8223776" cy="5105948"/>
          </a:xfrm>
        </p:spPr>
        <p:txBody>
          <a:bodyPr>
            <a:noAutofit/>
          </a:bodyPr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704847" y="3028200"/>
            <a:ext cx="8223776" cy="600493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3690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704850" y="1314974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966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11182675" y="2990544"/>
            <a:ext cx="6400475" cy="624828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9834857" algn="r"/>
              </a:tabLst>
              <a:defRPr sz="3520">
                <a:solidFill>
                  <a:schemeClr val="accent3"/>
                </a:solidFill>
              </a:defRPr>
            </a:lvl1pPr>
            <a:lvl2pPr>
              <a:tabLst>
                <a:tab pos="9834857" algn="r"/>
              </a:tabLst>
              <a:defRPr/>
            </a:lvl2pPr>
            <a:lvl3pPr>
              <a:tabLst>
                <a:tab pos="9834857" algn="r"/>
              </a:tabLst>
              <a:defRPr/>
            </a:lvl3pPr>
            <a:lvl4pPr>
              <a:tabLst>
                <a:tab pos="9834857" algn="r"/>
              </a:tabLst>
              <a:defRPr/>
            </a:lvl4pPr>
            <a:lvl5pPr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704850" y="3042942"/>
            <a:ext cx="9991299" cy="619588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053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ts val="2053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ts val="2053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ts val="2053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ts val="2053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27691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387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868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33113" y="2986931"/>
            <a:ext cx="3996000" cy="1848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5011560" y="2986930"/>
            <a:ext cx="3996000" cy="1848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290007" y="2986930"/>
            <a:ext cx="3996000" cy="1848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3568454" y="2986930"/>
            <a:ext cx="3996000" cy="1848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3545" y="5005284"/>
            <a:ext cx="3960000" cy="4233544"/>
          </a:xfrm>
        </p:spPr>
        <p:txBody>
          <a:bodyPr/>
          <a:lstStyle>
            <a:lvl1pPr marL="0" indent="0"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0"/>
              </a:spcAft>
              <a:defRPr/>
            </a:lvl7pPr>
            <a:lvl8pPr marL="696958" indent="-344959">
              <a:spcAft>
                <a:spcPts val="0"/>
              </a:spcAft>
              <a:defRPr/>
            </a:lvl8pPr>
            <a:lvl9pPr marL="696958" indent="-344959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310817" y="5009931"/>
            <a:ext cx="3960000" cy="4233544"/>
          </a:xfrm>
        </p:spPr>
        <p:txBody>
          <a:bodyPr/>
          <a:lstStyle>
            <a:lvl1pPr marL="0" indent="0"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0"/>
              </a:spcAft>
              <a:defRPr/>
            </a:lvl7pPr>
            <a:lvl8pPr marL="696958" indent="-344959">
              <a:spcAft>
                <a:spcPts val="0"/>
              </a:spcAft>
              <a:defRPr/>
            </a:lvl8pPr>
            <a:lvl9pPr marL="696958" indent="-344959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5017181" y="5005284"/>
            <a:ext cx="3960000" cy="4233544"/>
          </a:xfrm>
        </p:spPr>
        <p:txBody>
          <a:bodyPr/>
          <a:lstStyle>
            <a:lvl1pPr marL="0" indent="0"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0"/>
              </a:spcAft>
              <a:defRPr/>
            </a:lvl7pPr>
            <a:lvl8pPr marL="696958" indent="-344959">
              <a:spcAft>
                <a:spcPts val="0"/>
              </a:spcAft>
              <a:defRPr/>
            </a:lvl8pPr>
            <a:lvl9pPr marL="696958" indent="-344959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3604454" y="5009931"/>
            <a:ext cx="3960000" cy="4233544"/>
          </a:xfrm>
        </p:spPr>
        <p:txBody>
          <a:bodyPr/>
          <a:lstStyle>
            <a:lvl1pPr marL="0" indent="0"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0"/>
              </a:spcAft>
              <a:defRPr/>
            </a:lvl7pPr>
            <a:lvl8pPr marL="696958" indent="-344959">
              <a:spcAft>
                <a:spcPts val="0"/>
              </a:spcAft>
              <a:defRPr/>
            </a:lvl8pPr>
            <a:lvl9pPr marL="696958" indent="-344959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387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71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715170" y="2498999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9277350" y="2498999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704850" y="5962254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77350" y="5962254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715170" y="2757646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9306146" y="2757644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722669" y="6242443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9306146" y="6242443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261170" y="2757646"/>
            <a:ext cx="4759200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2826014" y="2757646"/>
            <a:ext cx="4756536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4203827" y="6242446"/>
            <a:ext cx="4759200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2823350" y="6242444"/>
            <a:ext cx="4759200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51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916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58523"/>
            <a:ext cx="16878300" cy="402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356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640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356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89084" y="3171949"/>
            <a:ext cx="8316000" cy="2486661"/>
          </a:xfrm>
        </p:spPr>
        <p:txBody>
          <a:bodyPr/>
          <a:lstStyle>
            <a:lvl1pPr marL="0" indent="0" algn="l">
              <a:spcAft>
                <a:spcPts val="1955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9250428" y="3171949"/>
            <a:ext cx="8316000" cy="2486661"/>
          </a:xfrm>
        </p:spPr>
        <p:txBody>
          <a:bodyPr/>
          <a:lstStyle>
            <a:lvl1pPr marL="0" indent="0" algn="l">
              <a:spcAft>
                <a:spcPts val="1955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89084" y="2948262"/>
            <a:ext cx="8316000" cy="77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955"/>
              </a:spcAft>
            </a:pPr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9235929" y="2948262"/>
            <a:ext cx="8316000" cy="77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955"/>
              </a:spcAft>
            </a:pPr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5685688" y="3171949"/>
            <a:ext cx="1866242" cy="805603"/>
          </a:xfrm>
        </p:spPr>
        <p:txBody>
          <a:bodyPr/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7086428" y="3180786"/>
            <a:ext cx="1867359" cy="805603"/>
          </a:xfrm>
        </p:spPr>
        <p:txBody>
          <a:bodyPr/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5125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04849" y="3233609"/>
            <a:ext cx="8316000" cy="2486661"/>
          </a:xfrm>
        </p:spPr>
        <p:txBody>
          <a:bodyPr>
            <a:noAutofit/>
          </a:bodyPr>
          <a:lstStyle>
            <a:lvl1pPr marL="0" indent="0">
              <a:spcAft>
                <a:spcPts val="1955"/>
              </a:spcAft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9266193" y="3233609"/>
            <a:ext cx="8316000" cy="2486661"/>
          </a:xfrm>
        </p:spPr>
        <p:txBody>
          <a:bodyPr>
            <a:noAutofit/>
          </a:bodyPr>
          <a:lstStyle>
            <a:lvl1pPr marL="0" indent="0">
              <a:spcAft>
                <a:spcPts val="1955"/>
              </a:spcAft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704849" y="3009923"/>
            <a:ext cx="8316000" cy="77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955"/>
              </a:spcAft>
            </a:pPr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9251694" y="3009923"/>
            <a:ext cx="8316000" cy="77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955"/>
              </a:spcAft>
            </a:pPr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5701453" y="3233609"/>
            <a:ext cx="1866242" cy="805603"/>
          </a:xfrm>
        </p:spPr>
        <p:txBody>
          <a:bodyPr>
            <a:noAutofit/>
          </a:bodyPr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704849" y="6309941"/>
            <a:ext cx="8316000" cy="2486661"/>
          </a:xfrm>
        </p:spPr>
        <p:txBody>
          <a:bodyPr>
            <a:noAutofit/>
          </a:bodyPr>
          <a:lstStyle>
            <a:lvl1pPr marL="0" indent="0">
              <a:spcAft>
                <a:spcPts val="1955"/>
              </a:spcAft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9266190" y="6309941"/>
            <a:ext cx="8316000" cy="2486661"/>
          </a:xfrm>
        </p:spPr>
        <p:txBody>
          <a:bodyPr>
            <a:noAutofit/>
          </a:bodyPr>
          <a:lstStyle>
            <a:lvl1pPr marL="0" indent="0">
              <a:spcAft>
                <a:spcPts val="1955"/>
              </a:spcAft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704849" y="6095569"/>
            <a:ext cx="83160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955"/>
              </a:spcAft>
            </a:pPr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9251694" y="6095569"/>
            <a:ext cx="83160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955"/>
              </a:spcAft>
            </a:pPr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7050654" y="6309944"/>
            <a:ext cx="1912374" cy="805603"/>
          </a:xfrm>
        </p:spPr>
        <p:txBody>
          <a:bodyPr>
            <a:noAutofit/>
          </a:bodyPr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5688554" y="6307782"/>
            <a:ext cx="1866240" cy="805603"/>
          </a:xfrm>
        </p:spPr>
        <p:txBody>
          <a:bodyPr>
            <a:noAutofit/>
          </a:bodyPr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7102193" y="3242446"/>
            <a:ext cx="1867359" cy="805603"/>
          </a:xfrm>
        </p:spPr>
        <p:txBody>
          <a:bodyPr>
            <a:noAutofit/>
          </a:bodyPr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356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946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417470" y="2964541"/>
            <a:ext cx="5455443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704850" y="2964541"/>
            <a:ext cx="5441157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156265" y="2964541"/>
            <a:ext cx="5443538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417470" y="3177902"/>
            <a:ext cx="5445252" cy="5640441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704850" y="3177902"/>
            <a:ext cx="5441157" cy="5640441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2139613" y="3177902"/>
            <a:ext cx="5443538" cy="5640441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7"/>
            <a:ext cx="16878300" cy="402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704850" y="1314973"/>
            <a:ext cx="16878300" cy="9356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369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04850" y="2990545"/>
            <a:ext cx="3888000" cy="5737296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13695150" y="2990545"/>
            <a:ext cx="3888000" cy="5737296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5034950" y="2990545"/>
            <a:ext cx="3888000" cy="5737296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365049" y="2990545"/>
            <a:ext cx="3888000" cy="5737296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12276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518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701675" y="3011195"/>
            <a:ext cx="8306595" cy="6227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45683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562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564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06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utlined i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992624" y="1823923"/>
            <a:ext cx="4096512" cy="3084576"/>
          </a:xfrm>
          <a:solidFill>
            <a:srgbClr val="FFFFFF"/>
          </a:solidFill>
          <a:ln w="12700">
            <a:solidFill>
              <a:schemeClr val="accent1"/>
            </a:solidFill>
          </a:ln>
        </p:spPr>
        <p:txBody>
          <a:bodyPr lIns="73152" tIns="182880" rIns="73152" bIns="73152"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786384" y="1823923"/>
            <a:ext cx="4096512" cy="3084576"/>
          </a:xfrm>
          <a:solidFill>
            <a:srgbClr val="FFFFFF"/>
          </a:solidFill>
          <a:ln w="12700">
            <a:solidFill>
              <a:schemeClr val="accent1"/>
            </a:solidFill>
          </a:ln>
        </p:spPr>
        <p:txBody>
          <a:bodyPr lIns="73152" tIns="182880" rIns="73152" bIns="73152"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9198864" y="1823923"/>
            <a:ext cx="4096512" cy="3084576"/>
          </a:xfrm>
          <a:solidFill>
            <a:srgbClr val="FFFFFF"/>
          </a:solidFill>
          <a:ln w="12700">
            <a:solidFill>
              <a:schemeClr val="accent1"/>
            </a:solidFill>
          </a:ln>
        </p:spPr>
        <p:txBody>
          <a:bodyPr lIns="73152" tIns="182880" rIns="73152" bIns="73152"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13405104" y="1823923"/>
            <a:ext cx="4096512" cy="3084576"/>
          </a:xfrm>
          <a:solidFill>
            <a:srgbClr val="FFFFFF"/>
          </a:solidFill>
          <a:ln w="12700">
            <a:solidFill>
              <a:schemeClr val="accent1"/>
            </a:solidFill>
          </a:ln>
        </p:spPr>
        <p:txBody>
          <a:bodyPr lIns="73152" tIns="182880" rIns="73152" bIns="73152"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718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1 | PRIMARY 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735570"/>
            <a:ext cx="16135350" cy="2818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13" b="0" spc="147" baseline="0">
                <a:solidFill>
                  <a:srgbClr val="57575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447800" y="251333"/>
            <a:ext cx="1613535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 spc="147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275076" y="3244349"/>
            <a:ext cx="644208" cy="629892"/>
            <a:chOff x="183384" y="2212056"/>
            <a:chExt cx="429472" cy="429472"/>
          </a:xfrm>
        </p:grpSpPr>
        <p:sp>
          <p:nvSpPr>
            <p:cNvPr id="5" name="Freeform 45"/>
            <p:cNvSpPr>
              <a:spLocks noEditPoints="1"/>
            </p:cNvSpPr>
            <p:nvPr/>
          </p:nvSpPr>
          <p:spPr bwMode="auto">
            <a:xfrm>
              <a:off x="183384" y="2212056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788157"/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82723" y="2300540"/>
              <a:ext cx="228840" cy="250986"/>
              <a:chOff x="7011988" y="2409825"/>
              <a:chExt cx="639763" cy="701676"/>
            </a:xfrm>
            <a:noFill/>
          </p:grpSpPr>
          <p:sp>
            <p:nvSpPr>
              <p:cNvPr id="7" name="Freeform 44"/>
              <p:cNvSpPr>
                <a:spLocks/>
              </p:cNvSpPr>
              <p:nvPr/>
            </p:nvSpPr>
            <p:spPr bwMode="auto">
              <a:xfrm>
                <a:off x="7591426" y="2989263"/>
                <a:ext cx="60325" cy="122238"/>
              </a:xfrm>
              <a:custGeom>
                <a:avLst/>
                <a:gdLst>
                  <a:gd name="T0" fmla="*/ 0 w 38"/>
                  <a:gd name="T1" fmla="*/ 0 h 77"/>
                  <a:gd name="T2" fmla="*/ 38 w 38"/>
                  <a:gd name="T3" fmla="*/ 38 h 77"/>
                  <a:gd name="T4" fmla="*/ 0 w 38"/>
                  <a:gd name="T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" h="77">
                    <a:moveTo>
                      <a:pt x="0" y="0"/>
                    </a:moveTo>
                    <a:lnTo>
                      <a:pt x="38" y="38"/>
                    </a:lnTo>
                    <a:lnTo>
                      <a:pt x="0" y="77"/>
                    </a:lnTo>
                  </a:path>
                </a:pathLst>
              </a:cu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7011988" y="2409825"/>
                <a:ext cx="639763" cy="639763"/>
                <a:chOff x="7011988" y="2409825"/>
                <a:chExt cx="639763" cy="639763"/>
              </a:xfrm>
              <a:grpFill/>
            </p:grpSpPr>
            <p:sp>
              <p:nvSpPr>
                <p:cNvPr id="11" name="Freeform 42"/>
                <p:cNvSpPr>
                  <a:spLocks/>
                </p:cNvSpPr>
                <p:nvPr/>
              </p:nvSpPr>
              <p:spPr bwMode="auto">
                <a:xfrm>
                  <a:off x="7072313" y="2532063"/>
                  <a:ext cx="579438" cy="517525"/>
                </a:xfrm>
                <a:custGeom>
                  <a:avLst/>
                  <a:gdLst>
                    <a:gd name="T0" fmla="*/ 104 w 152"/>
                    <a:gd name="T1" fmla="*/ 126 h 136"/>
                    <a:gd name="T2" fmla="*/ 136 w 152"/>
                    <a:gd name="T3" fmla="*/ 68 h 136"/>
                    <a:gd name="T4" fmla="*/ 68 w 152"/>
                    <a:gd name="T5" fmla="*/ 0 h 136"/>
                    <a:gd name="T6" fmla="*/ 0 w 152"/>
                    <a:gd name="T7" fmla="*/ 68 h 136"/>
                    <a:gd name="T8" fmla="*/ 68 w 152"/>
                    <a:gd name="T9" fmla="*/ 136 h 136"/>
                    <a:gd name="T10" fmla="*/ 152 w 152"/>
                    <a:gd name="T11" fmla="*/ 136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2" h="136">
                      <a:moveTo>
                        <a:pt x="104" y="126"/>
                      </a:moveTo>
                      <a:cubicBezTo>
                        <a:pt x="123" y="114"/>
                        <a:pt x="136" y="92"/>
                        <a:pt x="136" y="68"/>
                      </a:cubicBezTo>
                      <a:cubicBezTo>
                        <a:pt x="136" y="30"/>
                        <a:pt x="106" y="0"/>
                        <a:pt x="68" y="0"/>
                      </a:cubicBez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6"/>
                        <a:pt x="30" y="136"/>
                        <a:pt x="68" y="136"/>
                      </a:cubicBezTo>
                      <a:cubicBezTo>
                        <a:pt x="152" y="136"/>
                        <a:pt x="152" y="136"/>
                        <a:pt x="152" y="136"/>
                      </a:cubicBezTo>
                    </a:path>
                  </a:pathLst>
                </a:cu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" name="Line 43"/>
                <p:cNvSpPr>
                  <a:spLocks noChangeShapeType="1"/>
                </p:cNvSpPr>
                <p:nvPr/>
              </p:nvSpPr>
              <p:spPr bwMode="auto">
                <a:xfrm>
                  <a:off x="7011988" y="3049588"/>
                  <a:ext cx="168275" cy="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" name="Line 45"/>
                <p:cNvSpPr>
                  <a:spLocks noChangeShapeType="1"/>
                </p:cNvSpPr>
                <p:nvPr/>
              </p:nvSpPr>
              <p:spPr bwMode="auto">
                <a:xfrm>
                  <a:off x="7362826" y="2471738"/>
                  <a:ext cx="0" cy="60325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302501" y="2471738"/>
                  <a:ext cx="0" cy="60325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Rectangle 47"/>
                <p:cNvSpPr>
                  <a:spLocks noChangeArrowheads="1"/>
                </p:cNvSpPr>
                <p:nvPr/>
              </p:nvSpPr>
              <p:spPr bwMode="auto">
                <a:xfrm>
                  <a:off x="7256463" y="2409825"/>
                  <a:ext cx="152400" cy="61913"/>
                </a:xfrm>
                <a:prstGeom prst="rect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7118351" y="2547938"/>
                  <a:ext cx="46038" cy="4445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88188" y="2516188"/>
                  <a:ext cx="60325" cy="61913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7499351" y="2547938"/>
                  <a:ext cx="46038" cy="4445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Line 51"/>
                <p:cNvSpPr>
                  <a:spLocks noChangeShapeType="1"/>
                </p:cNvSpPr>
                <p:nvPr/>
              </p:nvSpPr>
              <p:spPr bwMode="auto">
                <a:xfrm flipH="1" flipV="1">
                  <a:off x="7515226" y="2516188"/>
                  <a:ext cx="60325" cy="61913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 52"/>
                <p:cNvSpPr>
                  <a:spLocks/>
                </p:cNvSpPr>
                <p:nvPr/>
              </p:nvSpPr>
              <p:spPr bwMode="auto">
                <a:xfrm>
                  <a:off x="7148513" y="2592388"/>
                  <a:ext cx="290513" cy="122238"/>
                </a:xfrm>
                <a:custGeom>
                  <a:avLst/>
                  <a:gdLst>
                    <a:gd name="T0" fmla="*/ 0 w 76"/>
                    <a:gd name="T1" fmla="*/ 32 h 32"/>
                    <a:gd name="T2" fmla="*/ 48 w 76"/>
                    <a:gd name="T3" fmla="*/ 0 h 32"/>
                    <a:gd name="T4" fmla="*/ 76 w 76"/>
                    <a:gd name="T5" fmla="*/ 8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32">
                      <a:moveTo>
                        <a:pt x="0" y="32"/>
                      </a:moveTo>
                      <a:cubicBezTo>
                        <a:pt x="8" y="13"/>
                        <a:pt x="26" y="0"/>
                        <a:pt x="48" y="0"/>
                      </a:cubicBezTo>
                      <a:cubicBezTo>
                        <a:pt x="58" y="0"/>
                        <a:pt x="68" y="3"/>
                        <a:pt x="76" y="8"/>
                      </a:cubicBezTo>
                    </a:path>
                  </a:pathLst>
                </a:cu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Oval 53"/>
                <p:cNvSpPr>
                  <a:spLocks noChangeArrowheads="1"/>
                </p:cNvSpPr>
                <p:nvPr/>
              </p:nvSpPr>
              <p:spPr bwMode="auto">
                <a:xfrm>
                  <a:off x="7286626" y="2744788"/>
                  <a:ext cx="92075" cy="92075"/>
                </a:xfrm>
                <a:prstGeom prst="ellips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7362826" y="2646363"/>
                  <a:ext cx="114300" cy="11430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7256463" y="2820988"/>
                  <a:ext cx="46038" cy="46038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788157"/>
                  <a:endParaRPr lang="en-US" sz="3520" dirty="0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24" name="Group 23"/>
          <p:cNvGrpSpPr/>
          <p:nvPr userDrawn="1"/>
        </p:nvGrpSpPr>
        <p:grpSpPr>
          <a:xfrm>
            <a:off x="275076" y="4115195"/>
            <a:ext cx="644208" cy="629892"/>
            <a:chOff x="183384" y="2805815"/>
            <a:chExt cx="429472" cy="429472"/>
          </a:xfrm>
        </p:grpSpPr>
        <p:sp>
          <p:nvSpPr>
            <p:cNvPr id="25" name="Freeform 45"/>
            <p:cNvSpPr>
              <a:spLocks noEditPoints="1"/>
            </p:cNvSpPr>
            <p:nvPr/>
          </p:nvSpPr>
          <p:spPr bwMode="auto">
            <a:xfrm>
              <a:off x="183384" y="2805815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788157"/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62040" y="2903054"/>
              <a:ext cx="279403" cy="243806"/>
              <a:chOff x="7874000" y="2498726"/>
              <a:chExt cx="660401" cy="576263"/>
            </a:xfrm>
            <a:noFill/>
          </p:grpSpPr>
          <p:sp>
            <p:nvSpPr>
              <p:cNvPr id="27" name="Line 59"/>
              <p:cNvSpPr>
                <a:spLocks noChangeShapeType="1"/>
              </p:cNvSpPr>
              <p:nvPr/>
            </p:nvSpPr>
            <p:spPr bwMode="auto">
              <a:xfrm flipH="1">
                <a:off x="8129588" y="2498726"/>
                <a:ext cx="244475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Line 60"/>
              <p:cNvSpPr>
                <a:spLocks noChangeShapeType="1"/>
              </p:cNvSpPr>
              <p:nvPr/>
            </p:nvSpPr>
            <p:spPr bwMode="auto">
              <a:xfrm>
                <a:off x="7931150" y="2697163"/>
                <a:ext cx="214313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Line 61"/>
              <p:cNvSpPr>
                <a:spLocks noChangeShapeType="1"/>
              </p:cNvSpPr>
              <p:nvPr/>
            </p:nvSpPr>
            <p:spPr bwMode="auto">
              <a:xfrm flipH="1">
                <a:off x="7993063" y="2574926"/>
                <a:ext cx="30163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Line 62"/>
              <p:cNvSpPr>
                <a:spLocks noChangeShapeType="1"/>
              </p:cNvSpPr>
              <p:nvPr/>
            </p:nvSpPr>
            <p:spPr bwMode="auto">
              <a:xfrm flipH="1">
                <a:off x="7931150" y="2574926"/>
                <a:ext cx="31750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63"/>
              <p:cNvSpPr>
                <a:spLocks noEditPoints="1"/>
              </p:cNvSpPr>
              <p:nvPr/>
            </p:nvSpPr>
            <p:spPr bwMode="auto">
              <a:xfrm>
                <a:off x="8053388" y="2574926"/>
                <a:ext cx="481013" cy="500063"/>
              </a:xfrm>
              <a:custGeom>
                <a:avLst/>
                <a:gdLst>
                  <a:gd name="T0" fmla="*/ 18 w 126"/>
                  <a:gd name="T1" fmla="*/ 12 h 131"/>
                  <a:gd name="T2" fmla="*/ 42 w 126"/>
                  <a:gd name="T3" fmla="*/ 15 h 131"/>
                  <a:gd name="T4" fmla="*/ 52 w 126"/>
                  <a:gd name="T5" fmla="*/ 29 h 131"/>
                  <a:gd name="T6" fmla="*/ 30 w 126"/>
                  <a:gd name="T7" fmla="*/ 51 h 131"/>
                  <a:gd name="T8" fmla="*/ 36 w 126"/>
                  <a:gd name="T9" fmla="*/ 88 h 131"/>
                  <a:gd name="T10" fmla="*/ 49 w 126"/>
                  <a:gd name="T11" fmla="*/ 100 h 131"/>
                  <a:gd name="T12" fmla="*/ 12 w 126"/>
                  <a:gd name="T13" fmla="*/ 123 h 131"/>
                  <a:gd name="T14" fmla="*/ 126 w 126"/>
                  <a:gd name="T15" fmla="*/ 61 h 131"/>
                  <a:gd name="T16" fmla="*/ 92 w 126"/>
                  <a:gd name="T17" fmla="*/ 55 h 131"/>
                  <a:gd name="T18" fmla="*/ 74 w 126"/>
                  <a:gd name="T19" fmla="*/ 18 h 131"/>
                  <a:gd name="T20" fmla="*/ 50 w 126"/>
                  <a:gd name="T21" fmla="*/ 0 h 131"/>
                  <a:gd name="T22" fmla="*/ 0 w 126"/>
                  <a:gd name="T23" fmla="*/ 0 h 131"/>
                  <a:gd name="T24" fmla="*/ 19 w 126"/>
                  <a:gd name="T25" fmla="*/ 131 h 131"/>
                  <a:gd name="T26" fmla="*/ 68 w 126"/>
                  <a:gd name="T27" fmla="*/ 112 h 131"/>
                  <a:gd name="T28" fmla="*/ 73 w 126"/>
                  <a:gd name="T29" fmla="*/ 99 h 131"/>
                  <a:gd name="T30" fmla="*/ 55 w 126"/>
                  <a:gd name="T31" fmla="*/ 71 h 131"/>
                  <a:gd name="T32" fmla="*/ 70 w 126"/>
                  <a:gd name="T33" fmla="*/ 56 h 131"/>
                  <a:gd name="T34" fmla="*/ 82 w 126"/>
                  <a:gd name="T35" fmla="*/ 72 h 131"/>
                  <a:gd name="T36" fmla="*/ 112 w 126"/>
                  <a:gd name="T37" fmla="*/ 72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31">
                    <a:moveTo>
                      <a:pt x="18" y="12"/>
                    </a:moveTo>
                    <a:cubicBezTo>
                      <a:pt x="42" y="15"/>
                      <a:pt x="42" y="15"/>
                      <a:pt x="42" y="15"/>
                    </a:cubicBezTo>
                    <a:cubicBezTo>
                      <a:pt x="52" y="29"/>
                      <a:pt x="52" y="29"/>
                      <a:pt x="52" y="29"/>
                    </a:cubicBezTo>
                    <a:cubicBezTo>
                      <a:pt x="52" y="29"/>
                      <a:pt x="38" y="43"/>
                      <a:pt x="30" y="51"/>
                    </a:cubicBezTo>
                    <a:cubicBezTo>
                      <a:pt x="23" y="59"/>
                      <a:pt x="26" y="76"/>
                      <a:pt x="36" y="88"/>
                    </a:cubicBezTo>
                    <a:cubicBezTo>
                      <a:pt x="49" y="100"/>
                      <a:pt x="49" y="100"/>
                      <a:pt x="49" y="100"/>
                    </a:cubicBezTo>
                    <a:cubicBezTo>
                      <a:pt x="12" y="123"/>
                      <a:pt x="12" y="123"/>
                      <a:pt x="12" y="123"/>
                    </a:cubicBezTo>
                    <a:moveTo>
                      <a:pt x="126" y="61"/>
                    </a:moveTo>
                    <a:cubicBezTo>
                      <a:pt x="92" y="55"/>
                      <a:pt x="92" y="55"/>
                      <a:pt x="92" y="55"/>
                    </a:cubicBezTo>
                    <a:cubicBezTo>
                      <a:pt x="74" y="18"/>
                      <a:pt x="74" y="18"/>
                      <a:pt x="74" y="18"/>
                    </a:cubicBezTo>
                    <a:cubicBezTo>
                      <a:pt x="74" y="18"/>
                      <a:pt x="58" y="0"/>
                      <a:pt x="5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9" y="131"/>
                    </a:moveTo>
                    <a:cubicBezTo>
                      <a:pt x="68" y="112"/>
                      <a:pt x="68" y="112"/>
                      <a:pt x="68" y="112"/>
                    </a:cubicBezTo>
                    <a:cubicBezTo>
                      <a:pt x="74" y="110"/>
                      <a:pt x="76" y="104"/>
                      <a:pt x="73" y="9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70" y="56"/>
                      <a:pt x="70" y="56"/>
                      <a:pt x="70" y="56"/>
                    </a:cubicBezTo>
                    <a:cubicBezTo>
                      <a:pt x="70" y="56"/>
                      <a:pt x="78" y="68"/>
                      <a:pt x="82" y="72"/>
                    </a:cubicBezTo>
                    <a:cubicBezTo>
                      <a:pt x="112" y="72"/>
                      <a:pt x="112" y="72"/>
                      <a:pt x="112" y="72"/>
                    </a:cubicBezTo>
                  </a:path>
                </a:pathLst>
              </a:cu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Line 64"/>
              <p:cNvSpPr>
                <a:spLocks noChangeShapeType="1"/>
              </p:cNvSpPr>
              <p:nvPr/>
            </p:nvSpPr>
            <p:spPr bwMode="auto">
              <a:xfrm flipV="1">
                <a:off x="7924800" y="2930526"/>
                <a:ext cx="209550" cy="11430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Line 65"/>
              <p:cNvSpPr>
                <a:spLocks noChangeShapeType="1"/>
              </p:cNvSpPr>
              <p:nvPr/>
            </p:nvSpPr>
            <p:spPr bwMode="auto">
              <a:xfrm flipH="1">
                <a:off x="7874000" y="2849563"/>
                <a:ext cx="236538" cy="168275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Oval 66"/>
              <p:cNvSpPr>
                <a:spLocks noChangeArrowheads="1"/>
              </p:cNvSpPr>
              <p:nvPr/>
            </p:nvSpPr>
            <p:spPr bwMode="auto">
              <a:xfrm>
                <a:off x="8408988" y="2586038"/>
                <a:ext cx="109538" cy="111125"/>
              </a:xfrm>
              <a:prstGeom prst="ellips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5" name="Group 34"/>
          <p:cNvGrpSpPr/>
          <p:nvPr userDrawn="1"/>
        </p:nvGrpSpPr>
        <p:grpSpPr>
          <a:xfrm>
            <a:off x="275076" y="1501642"/>
            <a:ext cx="644208" cy="629892"/>
            <a:chOff x="5284860" y="1849989"/>
            <a:chExt cx="429472" cy="429472"/>
          </a:xfrm>
          <a:solidFill>
            <a:schemeClr val="accent1"/>
          </a:solidFill>
        </p:grpSpPr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5284860" y="1849989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788157"/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5351841" y="1926080"/>
              <a:ext cx="302020" cy="274467"/>
              <a:chOff x="5857875" y="2414588"/>
              <a:chExt cx="452438" cy="411162"/>
            </a:xfrm>
            <a:grpFill/>
          </p:grpSpPr>
          <p:sp>
            <p:nvSpPr>
              <p:cNvPr id="38" name="Freeform 70"/>
              <p:cNvSpPr>
                <a:spLocks/>
              </p:cNvSpPr>
              <p:nvPr/>
            </p:nvSpPr>
            <p:spPr bwMode="auto">
              <a:xfrm>
                <a:off x="6088063" y="2798763"/>
                <a:ext cx="38100" cy="15875"/>
              </a:xfrm>
              <a:custGeom>
                <a:avLst/>
                <a:gdLst>
                  <a:gd name="T0" fmla="*/ 9 w 10"/>
                  <a:gd name="T1" fmla="*/ 1 h 4"/>
                  <a:gd name="T2" fmla="*/ 9 w 10"/>
                  <a:gd name="T3" fmla="*/ 1 h 4"/>
                  <a:gd name="T4" fmla="*/ 8 w 10"/>
                  <a:gd name="T5" fmla="*/ 3 h 4"/>
                  <a:gd name="T6" fmla="*/ 2 w 10"/>
                  <a:gd name="T7" fmla="*/ 4 h 4"/>
                  <a:gd name="T8" fmla="*/ 1 w 10"/>
                  <a:gd name="T9" fmla="*/ 2 h 4"/>
                  <a:gd name="T10" fmla="*/ 2 w 10"/>
                  <a:gd name="T11" fmla="*/ 1 h 4"/>
                  <a:gd name="T12" fmla="*/ 8 w 10"/>
                  <a:gd name="T13" fmla="*/ 0 h 4"/>
                  <a:gd name="T14" fmla="*/ 9 w 10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4">
                    <a:moveTo>
                      <a:pt x="9" y="1"/>
                    </a:moveTo>
                    <a:cubicBezTo>
                      <a:pt x="9" y="1"/>
                      <a:pt x="9" y="1"/>
                      <a:pt x="9" y="1"/>
                    </a:cubicBezTo>
                    <a:cubicBezTo>
                      <a:pt x="10" y="2"/>
                      <a:pt x="9" y="3"/>
                      <a:pt x="8" y="3"/>
                    </a:cubicBezTo>
                    <a:cubicBezTo>
                      <a:pt x="6" y="3"/>
                      <a:pt x="4" y="4"/>
                      <a:pt x="2" y="4"/>
                    </a:cubicBezTo>
                    <a:cubicBezTo>
                      <a:pt x="1" y="4"/>
                      <a:pt x="1" y="3"/>
                      <a:pt x="1" y="2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4" y="1"/>
                      <a:pt x="6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71"/>
              <p:cNvSpPr>
                <a:spLocks/>
              </p:cNvSpPr>
              <p:nvPr/>
            </p:nvSpPr>
            <p:spPr bwMode="auto">
              <a:xfrm>
                <a:off x="6038850" y="2795588"/>
                <a:ext cx="33338" cy="19050"/>
              </a:xfrm>
              <a:custGeom>
                <a:avLst/>
                <a:gdLst>
                  <a:gd name="T0" fmla="*/ 9 w 9"/>
                  <a:gd name="T1" fmla="*/ 2 h 5"/>
                  <a:gd name="T2" fmla="*/ 9 w 9"/>
                  <a:gd name="T3" fmla="*/ 3 h 5"/>
                  <a:gd name="T4" fmla="*/ 7 w 9"/>
                  <a:gd name="T5" fmla="*/ 4 h 5"/>
                  <a:gd name="T6" fmla="*/ 1 w 9"/>
                  <a:gd name="T7" fmla="*/ 3 h 5"/>
                  <a:gd name="T8" fmla="*/ 0 w 9"/>
                  <a:gd name="T9" fmla="*/ 2 h 5"/>
                  <a:gd name="T10" fmla="*/ 2 w 9"/>
                  <a:gd name="T11" fmla="*/ 0 h 5"/>
                  <a:gd name="T12" fmla="*/ 8 w 9"/>
                  <a:gd name="T13" fmla="*/ 1 h 5"/>
                  <a:gd name="T14" fmla="*/ 9 w 9"/>
                  <a:gd name="T1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5">
                    <a:moveTo>
                      <a:pt x="9" y="2"/>
                    </a:moveTo>
                    <a:cubicBezTo>
                      <a:pt x="9" y="2"/>
                      <a:pt x="9" y="3"/>
                      <a:pt x="9" y="3"/>
                    </a:cubicBezTo>
                    <a:cubicBezTo>
                      <a:pt x="9" y="4"/>
                      <a:pt x="8" y="5"/>
                      <a:pt x="7" y="4"/>
                    </a:cubicBezTo>
                    <a:cubicBezTo>
                      <a:pt x="5" y="4"/>
                      <a:pt x="3" y="4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" y="1"/>
                      <a:pt x="6" y="1"/>
                      <a:pt x="8" y="1"/>
                    </a:cubicBezTo>
                    <a:cubicBezTo>
                      <a:pt x="8" y="1"/>
                      <a:pt x="9" y="2"/>
                      <a:pt x="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72"/>
              <p:cNvSpPr>
                <a:spLocks/>
              </p:cNvSpPr>
              <p:nvPr/>
            </p:nvSpPr>
            <p:spPr bwMode="auto">
              <a:xfrm>
                <a:off x="5900738" y="2533650"/>
                <a:ext cx="22225" cy="34925"/>
              </a:xfrm>
              <a:custGeom>
                <a:avLst/>
                <a:gdLst>
                  <a:gd name="T0" fmla="*/ 2 w 6"/>
                  <a:gd name="T1" fmla="*/ 8 h 9"/>
                  <a:gd name="T2" fmla="*/ 2 w 6"/>
                  <a:gd name="T3" fmla="*/ 8 h 9"/>
                  <a:gd name="T4" fmla="*/ 1 w 6"/>
                  <a:gd name="T5" fmla="*/ 7 h 9"/>
                  <a:gd name="T6" fmla="*/ 3 w 6"/>
                  <a:gd name="T7" fmla="*/ 1 h 9"/>
                  <a:gd name="T8" fmla="*/ 5 w 6"/>
                  <a:gd name="T9" fmla="*/ 0 h 9"/>
                  <a:gd name="T10" fmla="*/ 6 w 6"/>
                  <a:gd name="T11" fmla="*/ 2 h 9"/>
                  <a:gd name="T12" fmla="*/ 3 w 6"/>
                  <a:gd name="T13" fmla="*/ 7 h 9"/>
                  <a:gd name="T14" fmla="*/ 2 w 6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9">
                    <a:moveTo>
                      <a:pt x="2" y="8"/>
                    </a:moveTo>
                    <a:cubicBezTo>
                      <a:pt x="2" y="9"/>
                      <a:pt x="2" y="8"/>
                      <a:pt x="2" y="8"/>
                    </a:cubicBezTo>
                    <a:cubicBezTo>
                      <a:pt x="1" y="8"/>
                      <a:pt x="0" y="7"/>
                      <a:pt x="1" y="7"/>
                    </a:cubicBezTo>
                    <a:cubicBezTo>
                      <a:pt x="1" y="5"/>
                      <a:pt x="2" y="3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6" y="1"/>
                      <a:pt x="6" y="2"/>
                    </a:cubicBezTo>
                    <a:cubicBezTo>
                      <a:pt x="5" y="4"/>
                      <a:pt x="4" y="6"/>
                      <a:pt x="3" y="7"/>
                    </a:cubicBezTo>
                    <a:cubicBezTo>
                      <a:pt x="3" y="8"/>
                      <a:pt x="3" y="8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73"/>
              <p:cNvSpPr>
                <a:spLocks/>
              </p:cNvSpPr>
              <p:nvPr/>
            </p:nvSpPr>
            <p:spPr bwMode="auto">
              <a:xfrm>
                <a:off x="5922963" y="2487613"/>
                <a:ext cx="26988" cy="30162"/>
              </a:xfrm>
              <a:custGeom>
                <a:avLst/>
                <a:gdLst>
                  <a:gd name="T0" fmla="*/ 2 w 7"/>
                  <a:gd name="T1" fmla="*/ 8 h 8"/>
                  <a:gd name="T2" fmla="*/ 1 w 7"/>
                  <a:gd name="T3" fmla="*/ 8 h 8"/>
                  <a:gd name="T4" fmla="*/ 1 w 7"/>
                  <a:gd name="T5" fmla="*/ 6 h 8"/>
                  <a:gd name="T6" fmla="*/ 5 w 7"/>
                  <a:gd name="T7" fmla="*/ 1 h 8"/>
                  <a:gd name="T8" fmla="*/ 7 w 7"/>
                  <a:gd name="T9" fmla="*/ 1 h 8"/>
                  <a:gd name="T10" fmla="*/ 7 w 7"/>
                  <a:gd name="T11" fmla="*/ 3 h 8"/>
                  <a:gd name="T12" fmla="*/ 3 w 7"/>
                  <a:gd name="T13" fmla="*/ 8 h 8"/>
                  <a:gd name="T14" fmla="*/ 2 w 7"/>
                  <a:gd name="T1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2" y="8"/>
                    </a:moveTo>
                    <a:cubicBezTo>
                      <a:pt x="2" y="8"/>
                      <a:pt x="2" y="8"/>
                      <a:pt x="1" y="8"/>
                    </a:cubicBezTo>
                    <a:cubicBezTo>
                      <a:pt x="1" y="8"/>
                      <a:pt x="0" y="7"/>
                      <a:pt x="1" y="6"/>
                    </a:cubicBezTo>
                    <a:cubicBezTo>
                      <a:pt x="2" y="4"/>
                      <a:pt x="3" y="3"/>
                      <a:pt x="5" y="1"/>
                    </a:cubicBezTo>
                    <a:cubicBezTo>
                      <a:pt x="5" y="1"/>
                      <a:pt x="6" y="0"/>
                      <a:pt x="7" y="1"/>
                    </a:cubicBezTo>
                    <a:cubicBezTo>
                      <a:pt x="7" y="2"/>
                      <a:pt x="7" y="3"/>
                      <a:pt x="7" y="3"/>
                    </a:cubicBezTo>
                    <a:cubicBezTo>
                      <a:pt x="6" y="5"/>
                      <a:pt x="4" y="6"/>
                      <a:pt x="3" y="8"/>
                    </a:cubicBezTo>
                    <a:cubicBezTo>
                      <a:pt x="3" y="8"/>
                      <a:pt x="3" y="8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74"/>
              <p:cNvSpPr>
                <a:spLocks/>
              </p:cNvSpPr>
              <p:nvPr/>
            </p:nvSpPr>
            <p:spPr bwMode="auto">
              <a:xfrm>
                <a:off x="6042025" y="2428875"/>
                <a:ext cx="34925" cy="15875"/>
              </a:xfrm>
              <a:custGeom>
                <a:avLst/>
                <a:gdLst>
                  <a:gd name="T0" fmla="*/ 0 w 9"/>
                  <a:gd name="T1" fmla="*/ 3 h 4"/>
                  <a:gd name="T2" fmla="*/ 0 w 9"/>
                  <a:gd name="T3" fmla="*/ 2 h 4"/>
                  <a:gd name="T4" fmla="*/ 1 w 9"/>
                  <a:gd name="T5" fmla="*/ 1 h 4"/>
                  <a:gd name="T6" fmla="*/ 7 w 9"/>
                  <a:gd name="T7" fmla="*/ 0 h 4"/>
                  <a:gd name="T8" fmla="*/ 9 w 9"/>
                  <a:gd name="T9" fmla="*/ 1 h 4"/>
                  <a:gd name="T10" fmla="*/ 7 w 9"/>
                  <a:gd name="T11" fmla="*/ 3 h 4"/>
                  <a:gd name="T12" fmla="*/ 2 w 9"/>
                  <a:gd name="T13" fmla="*/ 4 h 4"/>
                  <a:gd name="T14" fmla="*/ 0 w 9"/>
                  <a:gd name="T1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0" y="3"/>
                    </a:moveTo>
                    <a:cubicBezTo>
                      <a:pt x="0" y="3"/>
                      <a:pt x="0" y="3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3" y="0"/>
                      <a:pt x="5" y="0"/>
                      <a:pt x="7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2"/>
                      <a:pt x="8" y="3"/>
                      <a:pt x="7" y="3"/>
                    </a:cubicBezTo>
                    <a:cubicBezTo>
                      <a:pt x="5" y="3"/>
                      <a:pt x="4" y="3"/>
                      <a:pt x="2" y="4"/>
                    </a:cubicBezTo>
                    <a:cubicBezTo>
                      <a:pt x="1" y="4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75"/>
              <p:cNvSpPr>
                <a:spLocks/>
              </p:cNvSpPr>
              <p:nvPr/>
            </p:nvSpPr>
            <p:spPr bwMode="auto">
              <a:xfrm>
                <a:off x="6092825" y="2428875"/>
                <a:ext cx="33338" cy="15875"/>
              </a:xfrm>
              <a:custGeom>
                <a:avLst/>
                <a:gdLst>
                  <a:gd name="T0" fmla="*/ 1 w 9"/>
                  <a:gd name="T1" fmla="*/ 2 h 4"/>
                  <a:gd name="T2" fmla="*/ 0 w 9"/>
                  <a:gd name="T3" fmla="*/ 1 h 4"/>
                  <a:gd name="T4" fmla="*/ 2 w 9"/>
                  <a:gd name="T5" fmla="*/ 0 h 4"/>
                  <a:gd name="T6" fmla="*/ 8 w 9"/>
                  <a:gd name="T7" fmla="*/ 1 h 4"/>
                  <a:gd name="T8" fmla="*/ 9 w 9"/>
                  <a:gd name="T9" fmla="*/ 3 h 4"/>
                  <a:gd name="T10" fmla="*/ 7 w 9"/>
                  <a:gd name="T11" fmla="*/ 4 h 4"/>
                  <a:gd name="T12" fmla="*/ 2 w 9"/>
                  <a:gd name="T13" fmla="*/ 3 h 4"/>
                  <a:gd name="T14" fmla="*/ 1 w 9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1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4" y="0"/>
                      <a:pt x="6" y="0"/>
                      <a:pt x="8" y="1"/>
                    </a:cubicBezTo>
                    <a:cubicBezTo>
                      <a:pt x="9" y="1"/>
                      <a:pt x="9" y="2"/>
                      <a:pt x="9" y="3"/>
                    </a:cubicBezTo>
                    <a:cubicBezTo>
                      <a:pt x="9" y="3"/>
                      <a:pt x="8" y="4"/>
                      <a:pt x="7" y="4"/>
                    </a:cubicBezTo>
                    <a:cubicBezTo>
                      <a:pt x="6" y="3"/>
                      <a:pt x="4" y="3"/>
                      <a:pt x="2" y="3"/>
                    </a:cubicBezTo>
                    <a:cubicBezTo>
                      <a:pt x="1" y="3"/>
                      <a:pt x="1" y="3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76"/>
              <p:cNvSpPr>
                <a:spLocks noEditPoints="1"/>
              </p:cNvSpPr>
              <p:nvPr/>
            </p:nvSpPr>
            <p:spPr bwMode="auto">
              <a:xfrm>
                <a:off x="5949950" y="2414588"/>
                <a:ext cx="88900" cy="80962"/>
              </a:xfrm>
              <a:custGeom>
                <a:avLst/>
                <a:gdLst>
                  <a:gd name="T0" fmla="*/ 11 w 23"/>
                  <a:gd name="T1" fmla="*/ 21 h 21"/>
                  <a:gd name="T2" fmla="*/ 3 w 23"/>
                  <a:gd name="T3" fmla="*/ 17 h 21"/>
                  <a:gd name="T4" fmla="*/ 6 w 23"/>
                  <a:gd name="T5" fmla="*/ 3 h 21"/>
                  <a:gd name="T6" fmla="*/ 20 w 23"/>
                  <a:gd name="T7" fmla="*/ 5 h 21"/>
                  <a:gd name="T8" fmla="*/ 17 w 23"/>
                  <a:gd name="T9" fmla="*/ 20 h 21"/>
                  <a:gd name="T10" fmla="*/ 11 w 23"/>
                  <a:gd name="T11" fmla="*/ 21 h 21"/>
                  <a:gd name="T12" fmla="*/ 11 w 23"/>
                  <a:gd name="T13" fmla="*/ 4 h 21"/>
                  <a:gd name="T14" fmla="*/ 7 w 23"/>
                  <a:gd name="T15" fmla="*/ 5 h 21"/>
                  <a:gd name="T16" fmla="*/ 5 w 23"/>
                  <a:gd name="T17" fmla="*/ 15 h 21"/>
                  <a:gd name="T18" fmla="*/ 15 w 23"/>
                  <a:gd name="T19" fmla="*/ 17 h 21"/>
                  <a:gd name="T20" fmla="*/ 18 w 23"/>
                  <a:gd name="T21" fmla="*/ 7 h 21"/>
                  <a:gd name="T22" fmla="*/ 11 w 23"/>
                  <a:gd name="T23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21">
                    <a:moveTo>
                      <a:pt x="11" y="21"/>
                    </a:moveTo>
                    <a:cubicBezTo>
                      <a:pt x="8" y="21"/>
                      <a:pt x="5" y="20"/>
                      <a:pt x="3" y="17"/>
                    </a:cubicBezTo>
                    <a:cubicBezTo>
                      <a:pt x="0" y="12"/>
                      <a:pt x="1" y="6"/>
                      <a:pt x="6" y="3"/>
                    </a:cubicBezTo>
                    <a:cubicBezTo>
                      <a:pt x="10" y="0"/>
                      <a:pt x="17" y="1"/>
                      <a:pt x="20" y="5"/>
                    </a:cubicBezTo>
                    <a:cubicBezTo>
                      <a:pt x="23" y="10"/>
                      <a:pt x="22" y="17"/>
                      <a:pt x="17" y="20"/>
                    </a:cubicBezTo>
                    <a:cubicBezTo>
                      <a:pt x="15" y="21"/>
                      <a:pt x="13" y="21"/>
                      <a:pt x="11" y="21"/>
                    </a:cubicBezTo>
                    <a:close/>
                    <a:moveTo>
                      <a:pt x="11" y="4"/>
                    </a:moveTo>
                    <a:cubicBezTo>
                      <a:pt x="10" y="4"/>
                      <a:pt x="9" y="4"/>
                      <a:pt x="7" y="5"/>
                    </a:cubicBezTo>
                    <a:cubicBezTo>
                      <a:pt x="4" y="7"/>
                      <a:pt x="3" y="12"/>
                      <a:pt x="5" y="15"/>
                    </a:cubicBezTo>
                    <a:cubicBezTo>
                      <a:pt x="8" y="18"/>
                      <a:pt x="12" y="19"/>
                      <a:pt x="15" y="17"/>
                    </a:cubicBezTo>
                    <a:cubicBezTo>
                      <a:pt x="19" y="15"/>
                      <a:pt x="20" y="10"/>
                      <a:pt x="18" y="7"/>
                    </a:cubicBezTo>
                    <a:cubicBezTo>
                      <a:pt x="16" y="5"/>
                      <a:pt x="14" y="4"/>
                      <a:pt x="1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77"/>
              <p:cNvSpPr>
                <a:spLocks/>
              </p:cNvSpPr>
              <p:nvPr/>
            </p:nvSpPr>
            <p:spPr bwMode="auto">
              <a:xfrm>
                <a:off x="5922963" y="2714625"/>
                <a:ext cx="26988" cy="34925"/>
              </a:xfrm>
              <a:custGeom>
                <a:avLst/>
                <a:gdLst>
                  <a:gd name="T0" fmla="*/ 7 w 7"/>
                  <a:gd name="T1" fmla="*/ 8 h 9"/>
                  <a:gd name="T2" fmla="*/ 7 w 7"/>
                  <a:gd name="T3" fmla="*/ 8 h 9"/>
                  <a:gd name="T4" fmla="*/ 4 w 7"/>
                  <a:gd name="T5" fmla="*/ 8 h 9"/>
                  <a:gd name="T6" fmla="*/ 1 w 7"/>
                  <a:gd name="T7" fmla="*/ 3 h 9"/>
                  <a:gd name="T8" fmla="*/ 1 w 7"/>
                  <a:gd name="T9" fmla="*/ 1 h 9"/>
                  <a:gd name="T10" fmla="*/ 3 w 7"/>
                  <a:gd name="T11" fmla="*/ 1 h 9"/>
                  <a:gd name="T12" fmla="*/ 7 w 7"/>
                  <a:gd name="T13" fmla="*/ 6 h 9"/>
                  <a:gd name="T14" fmla="*/ 7 w 7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7" y="8"/>
                    </a:moveTo>
                    <a:cubicBezTo>
                      <a:pt x="7" y="8"/>
                      <a:pt x="7" y="8"/>
                      <a:pt x="7" y="8"/>
                    </a:cubicBezTo>
                    <a:cubicBezTo>
                      <a:pt x="6" y="9"/>
                      <a:pt x="5" y="8"/>
                      <a:pt x="4" y="8"/>
                    </a:cubicBezTo>
                    <a:cubicBezTo>
                      <a:pt x="3" y="6"/>
                      <a:pt x="2" y="5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" y="3"/>
                      <a:pt x="6" y="4"/>
                      <a:pt x="7" y="6"/>
                    </a:cubicBezTo>
                    <a:cubicBezTo>
                      <a:pt x="7" y="6"/>
                      <a:pt x="7" y="7"/>
                      <a:pt x="7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78"/>
              <p:cNvSpPr>
                <a:spLocks/>
              </p:cNvSpPr>
              <p:nvPr/>
            </p:nvSpPr>
            <p:spPr bwMode="auto">
              <a:xfrm>
                <a:off x="5903913" y="2668588"/>
                <a:ext cx="19050" cy="34925"/>
              </a:xfrm>
              <a:custGeom>
                <a:avLst/>
                <a:gdLst>
                  <a:gd name="T0" fmla="*/ 5 w 5"/>
                  <a:gd name="T1" fmla="*/ 8 h 9"/>
                  <a:gd name="T2" fmla="*/ 4 w 5"/>
                  <a:gd name="T3" fmla="*/ 9 h 9"/>
                  <a:gd name="T4" fmla="*/ 2 w 5"/>
                  <a:gd name="T5" fmla="*/ 8 h 9"/>
                  <a:gd name="T6" fmla="*/ 0 w 5"/>
                  <a:gd name="T7" fmla="*/ 2 h 9"/>
                  <a:gd name="T8" fmla="*/ 1 w 5"/>
                  <a:gd name="T9" fmla="*/ 0 h 9"/>
                  <a:gd name="T10" fmla="*/ 3 w 5"/>
                  <a:gd name="T11" fmla="*/ 1 h 9"/>
                  <a:gd name="T12" fmla="*/ 5 w 5"/>
                  <a:gd name="T13" fmla="*/ 7 h 9"/>
                  <a:gd name="T14" fmla="*/ 5 w 5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9">
                    <a:moveTo>
                      <a:pt x="5" y="8"/>
                    </a:moveTo>
                    <a:cubicBezTo>
                      <a:pt x="5" y="8"/>
                      <a:pt x="4" y="9"/>
                      <a:pt x="4" y="9"/>
                    </a:cubicBezTo>
                    <a:cubicBezTo>
                      <a:pt x="3" y="9"/>
                      <a:pt x="2" y="9"/>
                      <a:pt x="2" y="8"/>
                    </a:cubicBezTo>
                    <a:cubicBezTo>
                      <a:pt x="1" y="6"/>
                      <a:pt x="1" y="4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3"/>
                      <a:pt x="4" y="5"/>
                      <a:pt x="5" y="7"/>
                    </a:cubicBezTo>
                    <a:cubicBezTo>
                      <a:pt x="5" y="7"/>
                      <a:pt x="5" y="8"/>
                      <a:pt x="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79"/>
              <p:cNvSpPr>
                <a:spLocks noEditPoints="1"/>
              </p:cNvSpPr>
              <p:nvPr/>
            </p:nvSpPr>
            <p:spPr bwMode="auto">
              <a:xfrm>
                <a:off x="6130925" y="2744788"/>
                <a:ext cx="84138" cy="80962"/>
              </a:xfrm>
              <a:custGeom>
                <a:avLst/>
                <a:gdLst>
                  <a:gd name="T0" fmla="*/ 12 w 22"/>
                  <a:gd name="T1" fmla="*/ 21 h 21"/>
                  <a:gd name="T2" fmla="*/ 3 w 22"/>
                  <a:gd name="T3" fmla="*/ 15 h 21"/>
                  <a:gd name="T4" fmla="*/ 7 w 22"/>
                  <a:gd name="T5" fmla="*/ 1 h 21"/>
                  <a:gd name="T6" fmla="*/ 12 w 22"/>
                  <a:gd name="T7" fmla="*/ 0 h 21"/>
                  <a:gd name="T8" fmla="*/ 21 w 22"/>
                  <a:gd name="T9" fmla="*/ 5 h 21"/>
                  <a:gd name="T10" fmla="*/ 21 w 22"/>
                  <a:gd name="T11" fmla="*/ 13 h 21"/>
                  <a:gd name="T12" fmla="*/ 17 w 22"/>
                  <a:gd name="T13" fmla="*/ 19 h 21"/>
                  <a:gd name="T14" fmla="*/ 12 w 22"/>
                  <a:gd name="T15" fmla="*/ 21 h 21"/>
                  <a:gd name="T16" fmla="*/ 12 w 22"/>
                  <a:gd name="T17" fmla="*/ 3 h 21"/>
                  <a:gd name="T18" fmla="*/ 8 w 22"/>
                  <a:gd name="T19" fmla="*/ 4 h 21"/>
                  <a:gd name="T20" fmla="*/ 5 w 22"/>
                  <a:gd name="T21" fmla="*/ 14 h 21"/>
                  <a:gd name="T22" fmla="*/ 15 w 22"/>
                  <a:gd name="T23" fmla="*/ 17 h 21"/>
                  <a:gd name="T24" fmla="*/ 19 w 22"/>
                  <a:gd name="T25" fmla="*/ 12 h 21"/>
                  <a:gd name="T26" fmla="*/ 18 w 22"/>
                  <a:gd name="T27" fmla="*/ 7 h 21"/>
                  <a:gd name="T28" fmla="*/ 12 w 22"/>
                  <a:gd name="T29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21">
                    <a:moveTo>
                      <a:pt x="12" y="21"/>
                    </a:moveTo>
                    <a:cubicBezTo>
                      <a:pt x="8" y="21"/>
                      <a:pt x="4" y="18"/>
                      <a:pt x="3" y="15"/>
                    </a:cubicBezTo>
                    <a:cubicBezTo>
                      <a:pt x="0" y="10"/>
                      <a:pt x="2" y="4"/>
                      <a:pt x="7" y="1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2" y="8"/>
                      <a:pt x="22" y="10"/>
                      <a:pt x="21" y="13"/>
                    </a:cubicBezTo>
                    <a:cubicBezTo>
                      <a:pt x="21" y="16"/>
                      <a:pt x="19" y="18"/>
                      <a:pt x="17" y="19"/>
                    </a:cubicBezTo>
                    <a:cubicBezTo>
                      <a:pt x="15" y="20"/>
                      <a:pt x="13" y="21"/>
                      <a:pt x="12" y="21"/>
                    </a:cubicBezTo>
                    <a:close/>
                    <a:moveTo>
                      <a:pt x="12" y="3"/>
                    </a:moveTo>
                    <a:cubicBezTo>
                      <a:pt x="10" y="3"/>
                      <a:pt x="9" y="3"/>
                      <a:pt x="8" y="4"/>
                    </a:cubicBezTo>
                    <a:cubicBezTo>
                      <a:pt x="5" y="6"/>
                      <a:pt x="3" y="10"/>
                      <a:pt x="5" y="14"/>
                    </a:cubicBezTo>
                    <a:cubicBezTo>
                      <a:pt x="7" y="17"/>
                      <a:pt x="12" y="18"/>
                      <a:pt x="15" y="17"/>
                    </a:cubicBezTo>
                    <a:cubicBezTo>
                      <a:pt x="17" y="16"/>
                      <a:pt x="18" y="14"/>
                      <a:pt x="19" y="12"/>
                    </a:cubicBezTo>
                    <a:cubicBezTo>
                      <a:pt x="19" y="10"/>
                      <a:pt x="19" y="8"/>
                      <a:pt x="18" y="7"/>
                    </a:cubicBezTo>
                    <a:cubicBezTo>
                      <a:pt x="17" y="4"/>
                      <a:pt x="14" y="3"/>
                      <a:pt x="1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80"/>
              <p:cNvSpPr>
                <a:spLocks noEditPoints="1"/>
              </p:cNvSpPr>
              <p:nvPr/>
            </p:nvSpPr>
            <p:spPr bwMode="auto">
              <a:xfrm>
                <a:off x="5857875" y="2576513"/>
                <a:ext cx="80963" cy="80962"/>
              </a:xfrm>
              <a:custGeom>
                <a:avLst/>
                <a:gdLst>
                  <a:gd name="T0" fmla="*/ 11 w 21"/>
                  <a:gd name="T1" fmla="*/ 21 h 21"/>
                  <a:gd name="T2" fmla="*/ 10 w 21"/>
                  <a:gd name="T3" fmla="*/ 21 h 21"/>
                  <a:gd name="T4" fmla="*/ 3 w 21"/>
                  <a:gd name="T5" fmla="*/ 17 h 21"/>
                  <a:gd name="T6" fmla="*/ 1 w 21"/>
                  <a:gd name="T7" fmla="*/ 10 h 21"/>
                  <a:gd name="T8" fmla="*/ 12 w 21"/>
                  <a:gd name="T9" fmla="*/ 1 h 21"/>
                  <a:gd name="T10" fmla="*/ 19 w 21"/>
                  <a:gd name="T11" fmla="*/ 5 h 21"/>
                  <a:gd name="T12" fmla="*/ 21 w 21"/>
                  <a:gd name="T13" fmla="*/ 12 h 21"/>
                  <a:gd name="T14" fmla="*/ 11 w 21"/>
                  <a:gd name="T15" fmla="*/ 21 h 21"/>
                  <a:gd name="T16" fmla="*/ 11 w 21"/>
                  <a:gd name="T17" fmla="*/ 4 h 21"/>
                  <a:gd name="T18" fmla="*/ 4 w 21"/>
                  <a:gd name="T19" fmla="*/ 10 h 21"/>
                  <a:gd name="T20" fmla="*/ 5 w 21"/>
                  <a:gd name="T21" fmla="*/ 16 h 21"/>
                  <a:gd name="T22" fmla="*/ 10 w 21"/>
                  <a:gd name="T23" fmla="*/ 18 h 21"/>
                  <a:gd name="T24" fmla="*/ 18 w 21"/>
                  <a:gd name="T25" fmla="*/ 12 h 21"/>
                  <a:gd name="T26" fmla="*/ 17 w 21"/>
                  <a:gd name="T27" fmla="*/ 7 h 21"/>
                  <a:gd name="T28" fmla="*/ 12 w 21"/>
                  <a:gd name="T29" fmla="*/ 4 h 21"/>
                  <a:gd name="T30" fmla="*/ 11 w 21"/>
                  <a:gd name="T31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1" h="21">
                    <a:moveTo>
                      <a:pt x="11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7" y="21"/>
                      <a:pt x="5" y="20"/>
                      <a:pt x="3" y="17"/>
                    </a:cubicBezTo>
                    <a:cubicBezTo>
                      <a:pt x="1" y="15"/>
                      <a:pt x="0" y="13"/>
                      <a:pt x="1" y="10"/>
                    </a:cubicBezTo>
                    <a:cubicBezTo>
                      <a:pt x="1" y="4"/>
                      <a:pt x="6" y="0"/>
                      <a:pt x="12" y="1"/>
                    </a:cubicBezTo>
                    <a:cubicBezTo>
                      <a:pt x="15" y="1"/>
                      <a:pt x="17" y="3"/>
                      <a:pt x="19" y="5"/>
                    </a:cubicBezTo>
                    <a:cubicBezTo>
                      <a:pt x="21" y="7"/>
                      <a:pt x="21" y="10"/>
                      <a:pt x="21" y="12"/>
                    </a:cubicBezTo>
                    <a:cubicBezTo>
                      <a:pt x="20" y="17"/>
                      <a:pt x="16" y="21"/>
                      <a:pt x="11" y="21"/>
                    </a:cubicBezTo>
                    <a:close/>
                    <a:moveTo>
                      <a:pt x="11" y="4"/>
                    </a:moveTo>
                    <a:cubicBezTo>
                      <a:pt x="7" y="4"/>
                      <a:pt x="4" y="7"/>
                      <a:pt x="4" y="10"/>
                    </a:cubicBezTo>
                    <a:cubicBezTo>
                      <a:pt x="3" y="12"/>
                      <a:pt x="4" y="14"/>
                      <a:pt x="5" y="16"/>
                    </a:cubicBezTo>
                    <a:cubicBezTo>
                      <a:pt x="6" y="17"/>
                      <a:pt x="8" y="18"/>
                      <a:pt x="10" y="18"/>
                    </a:cubicBezTo>
                    <a:cubicBezTo>
                      <a:pt x="14" y="19"/>
                      <a:pt x="18" y="16"/>
                      <a:pt x="18" y="12"/>
                    </a:cubicBezTo>
                    <a:cubicBezTo>
                      <a:pt x="18" y="10"/>
                      <a:pt x="18" y="8"/>
                      <a:pt x="17" y="7"/>
                    </a:cubicBezTo>
                    <a:cubicBezTo>
                      <a:pt x="15" y="5"/>
                      <a:pt x="14" y="4"/>
                      <a:pt x="12" y="4"/>
                    </a:cubicBezTo>
                    <a:cubicBezTo>
                      <a:pt x="11" y="4"/>
                      <a:pt x="11" y="4"/>
                      <a:pt x="1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81"/>
              <p:cNvSpPr>
                <a:spLocks noEditPoints="1"/>
              </p:cNvSpPr>
              <p:nvPr/>
            </p:nvSpPr>
            <p:spPr bwMode="auto">
              <a:xfrm>
                <a:off x="5942013" y="2738438"/>
                <a:ext cx="84138" cy="80962"/>
              </a:xfrm>
              <a:custGeom>
                <a:avLst/>
                <a:gdLst>
                  <a:gd name="T0" fmla="*/ 12 w 22"/>
                  <a:gd name="T1" fmla="*/ 21 h 21"/>
                  <a:gd name="T2" fmla="*/ 7 w 22"/>
                  <a:gd name="T3" fmla="*/ 20 h 21"/>
                  <a:gd name="T4" fmla="*/ 3 w 22"/>
                  <a:gd name="T5" fmla="*/ 6 h 21"/>
                  <a:gd name="T6" fmla="*/ 12 w 22"/>
                  <a:gd name="T7" fmla="*/ 0 h 21"/>
                  <a:gd name="T8" fmla="*/ 17 w 22"/>
                  <a:gd name="T9" fmla="*/ 2 h 21"/>
                  <a:gd name="T10" fmla="*/ 21 w 22"/>
                  <a:gd name="T11" fmla="*/ 8 h 21"/>
                  <a:gd name="T12" fmla="*/ 21 w 22"/>
                  <a:gd name="T13" fmla="*/ 15 h 21"/>
                  <a:gd name="T14" fmla="*/ 12 w 22"/>
                  <a:gd name="T15" fmla="*/ 21 h 21"/>
                  <a:gd name="T16" fmla="*/ 12 w 22"/>
                  <a:gd name="T17" fmla="*/ 3 h 21"/>
                  <a:gd name="T18" fmla="*/ 5 w 22"/>
                  <a:gd name="T19" fmla="*/ 7 h 21"/>
                  <a:gd name="T20" fmla="*/ 8 w 22"/>
                  <a:gd name="T21" fmla="*/ 17 h 21"/>
                  <a:gd name="T22" fmla="*/ 18 w 22"/>
                  <a:gd name="T23" fmla="*/ 14 h 21"/>
                  <a:gd name="T24" fmla="*/ 19 w 22"/>
                  <a:gd name="T25" fmla="*/ 9 h 21"/>
                  <a:gd name="T26" fmla="*/ 15 w 22"/>
                  <a:gd name="T27" fmla="*/ 4 h 21"/>
                  <a:gd name="T28" fmla="*/ 12 w 22"/>
                  <a:gd name="T29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21">
                    <a:moveTo>
                      <a:pt x="12" y="21"/>
                    </a:moveTo>
                    <a:cubicBezTo>
                      <a:pt x="10" y="21"/>
                      <a:pt x="8" y="21"/>
                      <a:pt x="7" y="20"/>
                    </a:cubicBezTo>
                    <a:cubicBezTo>
                      <a:pt x="2" y="17"/>
                      <a:pt x="0" y="11"/>
                      <a:pt x="3" y="6"/>
                    </a:cubicBezTo>
                    <a:cubicBezTo>
                      <a:pt x="4" y="2"/>
                      <a:pt x="8" y="0"/>
                      <a:pt x="12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1" y="5"/>
                      <a:pt x="21" y="8"/>
                    </a:cubicBezTo>
                    <a:cubicBezTo>
                      <a:pt x="22" y="10"/>
                      <a:pt x="22" y="13"/>
                      <a:pt x="21" y="15"/>
                    </a:cubicBezTo>
                    <a:cubicBezTo>
                      <a:pt x="19" y="19"/>
                      <a:pt x="15" y="21"/>
                      <a:pt x="12" y="21"/>
                    </a:cubicBezTo>
                    <a:close/>
                    <a:moveTo>
                      <a:pt x="12" y="3"/>
                    </a:moveTo>
                    <a:cubicBezTo>
                      <a:pt x="9" y="3"/>
                      <a:pt x="7" y="5"/>
                      <a:pt x="5" y="7"/>
                    </a:cubicBezTo>
                    <a:cubicBezTo>
                      <a:pt x="3" y="11"/>
                      <a:pt x="5" y="15"/>
                      <a:pt x="8" y="17"/>
                    </a:cubicBezTo>
                    <a:cubicBezTo>
                      <a:pt x="12" y="19"/>
                      <a:pt x="16" y="17"/>
                      <a:pt x="18" y="14"/>
                    </a:cubicBezTo>
                    <a:cubicBezTo>
                      <a:pt x="19" y="12"/>
                      <a:pt x="19" y="10"/>
                      <a:pt x="19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4"/>
                      <a:pt x="13" y="3"/>
                      <a:pt x="1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82"/>
              <p:cNvSpPr>
                <a:spLocks/>
              </p:cNvSpPr>
              <p:nvPr/>
            </p:nvSpPr>
            <p:spPr bwMode="auto">
              <a:xfrm>
                <a:off x="6218238" y="2490788"/>
                <a:ext cx="26988" cy="31750"/>
              </a:xfrm>
              <a:custGeom>
                <a:avLst/>
                <a:gdLst>
                  <a:gd name="T0" fmla="*/ 1 w 7"/>
                  <a:gd name="T1" fmla="*/ 1 h 8"/>
                  <a:gd name="T2" fmla="*/ 1 w 7"/>
                  <a:gd name="T3" fmla="*/ 0 h 8"/>
                  <a:gd name="T4" fmla="*/ 3 w 7"/>
                  <a:gd name="T5" fmla="*/ 0 h 8"/>
                  <a:gd name="T6" fmla="*/ 7 w 7"/>
                  <a:gd name="T7" fmla="*/ 5 h 8"/>
                  <a:gd name="T8" fmla="*/ 6 w 7"/>
                  <a:gd name="T9" fmla="*/ 7 h 8"/>
                  <a:gd name="T10" fmla="*/ 4 w 7"/>
                  <a:gd name="T11" fmla="*/ 7 h 8"/>
                  <a:gd name="T12" fmla="*/ 1 w 7"/>
                  <a:gd name="T13" fmla="*/ 2 h 8"/>
                  <a:gd name="T14" fmla="*/ 1 w 7"/>
                  <a:gd name="T1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4" y="2"/>
                      <a:pt x="6" y="3"/>
                      <a:pt x="7" y="5"/>
                    </a:cubicBezTo>
                    <a:cubicBezTo>
                      <a:pt x="7" y="6"/>
                      <a:pt x="7" y="7"/>
                      <a:pt x="6" y="7"/>
                    </a:cubicBezTo>
                    <a:cubicBezTo>
                      <a:pt x="6" y="8"/>
                      <a:pt x="5" y="7"/>
                      <a:pt x="4" y="7"/>
                    </a:cubicBezTo>
                    <a:cubicBezTo>
                      <a:pt x="3" y="5"/>
                      <a:pt x="2" y="4"/>
                      <a:pt x="1" y="2"/>
                    </a:cubicBezTo>
                    <a:cubicBezTo>
                      <a:pt x="0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83"/>
              <p:cNvSpPr>
                <a:spLocks/>
              </p:cNvSpPr>
              <p:nvPr/>
            </p:nvSpPr>
            <p:spPr bwMode="auto">
              <a:xfrm>
                <a:off x="6249988" y="2533650"/>
                <a:ext cx="19050" cy="34925"/>
              </a:xfrm>
              <a:custGeom>
                <a:avLst/>
                <a:gdLst>
                  <a:gd name="T0" fmla="*/ 0 w 5"/>
                  <a:gd name="T1" fmla="*/ 1 h 9"/>
                  <a:gd name="T2" fmla="*/ 1 w 5"/>
                  <a:gd name="T3" fmla="*/ 0 h 9"/>
                  <a:gd name="T4" fmla="*/ 3 w 5"/>
                  <a:gd name="T5" fmla="*/ 1 h 9"/>
                  <a:gd name="T6" fmla="*/ 5 w 5"/>
                  <a:gd name="T7" fmla="*/ 7 h 9"/>
                  <a:gd name="T8" fmla="*/ 4 w 5"/>
                  <a:gd name="T9" fmla="*/ 9 h 9"/>
                  <a:gd name="T10" fmla="*/ 2 w 5"/>
                  <a:gd name="T11" fmla="*/ 8 h 9"/>
                  <a:gd name="T12" fmla="*/ 0 w 5"/>
                  <a:gd name="T13" fmla="*/ 2 h 9"/>
                  <a:gd name="T14" fmla="*/ 0 w 5"/>
                  <a:gd name="T15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9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3"/>
                      <a:pt x="4" y="5"/>
                      <a:pt x="5" y="7"/>
                    </a:cubicBezTo>
                    <a:cubicBezTo>
                      <a:pt x="5" y="7"/>
                      <a:pt x="5" y="8"/>
                      <a:pt x="4" y="9"/>
                    </a:cubicBezTo>
                    <a:cubicBezTo>
                      <a:pt x="3" y="9"/>
                      <a:pt x="2" y="8"/>
                      <a:pt x="2" y="8"/>
                    </a:cubicBezTo>
                    <a:cubicBezTo>
                      <a:pt x="2" y="6"/>
                      <a:pt x="1" y="4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84"/>
              <p:cNvSpPr>
                <a:spLocks/>
              </p:cNvSpPr>
              <p:nvPr/>
            </p:nvSpPr>
            <p:spPr bwMode="auto">
              <a:xfrm>
                <a:off x="6245225" y="2671763"/>
                <a:ext cx="23813" cy="34925"/>
              </a:xfrm>
              <a:custGeom>
                <a:avLst/>
                <a:gdLst>
                  <a:gd name="T0" fmla="*/ 4 w 6"/>
                  <a:gd name="T1" fmla="*/ 0 h 9"/>
                  <a:gd name="T2" fmla="*/ 5 w 6"/>
                  <a:gd name="T3" fmla="*/ 0 h 9"/>
                  <a:gd name="T4" fmla="*/ 6 w 6"/>
                  <a:gd name="T5" fmla="*/ 2 h 9"/>
                  <a:gd name="T6" fmla="*/ 3 w 6"/>
                  <a:gd name="T7" fmla="*/ 8 h 9"/>
                  <a:gd name="T8" fmla="*/ 1 w 6"/>
                  <a:gd name="T9" fmla="*/ 8 h 9"/>
                  <a:gd name="T10" fmla="*/ 1 w 6"/>
                  <a:gd name="T11" fmla="*/ 6 h 9"/>
                  <a:gd name="T12" fmla="*/ 3 w 6"/>
                  <a:gd name="T13" fmla="*/ 1 h 9"/>
                  <a:gd name="T14" fmla="*/ 4 w 6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9"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cubicBezTo>
                      <a:pt x="5" y="0"/>
                      <a:pt x="6" y="1"/>
                      <a:pt x="6" y="2"/>
                    </a:cubicBezTo>
                    <a:cubicBezTo>
                      <a:pt x="5" y="4"/>
                      <a:pt x="4" y="6"/>
                      <a:pt x="3" y="8"/>
                    </a:cubicBezTo>
                    <a:cubicBezTo>
                      <a:pt x="3" y="9"/>
                      <a:pt x="2" y="9"/>
                      <a:pt x="1" y="8"/>
                    </a:cubicBezTo>
                    <a:cubicBezTo>
                      <a:pt x="1" y="8"/>
                      <a:pt x="0" y="7"/>
                      <a:pt x="1" y="6"/>
                    </a:cubicBezTo>
                    <a:cubicBezTo>
                      <a:pt x="1" y="5"/>
                      <a:pt x="2" y="3"/>
                      <a:pt x="3" y="1"/>
                    </a:cubicBezTo>
                    <a:cubicBezTo>
                      <a:pt x="3" y="1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85"/>
              <p:cNvSpPr>
                <a:spLocks/>
              </p:cNvSpPr>
              <p:nvPr/>
            </p:nvSpPr>
            <p:spPr bwMode="auto">
              <a:xfrm>
                <a:off x="6218238" y="2717800"/>
                <a:ext cx="26988" cy="31750"/>
              </a:xfrm>
              <a:custGeom>
                <a:avLst/>
                <a:gdLst>
                  <a:gd name="T0" fmla="*/ 5 w 7"/>
                  <a:gd name="T1" fmla="*/ 0 h 8"/>
                  <a:gd name="T2" fmla="*/ 6 w 7"/>
                  <a:gd name="T3" fmla="*/ 0 h 8"/>
                  <a:gd name="T4" fmla="*/ 6 w 7"/>
                  <a:gd name="T5" fmla="*/ 3 h 8"/>
                  <a:gd name="T6" fmla="*/ 2 w 7"/>
                  <a:gd name="T7" fmla="*/ 7 h 8"/>
                  <a:gd name="T8" fmla="*/ 0 w 7"/>
                  <a:gd name="T9" fmla="*/ 7 h 8"/>
                  <a:gd name="T10" fmla="*/ 0 w 7"/>
                  <a:gd name="T11" fmla="*/ 5 h 8"/>
                  <a:gd name="T12" fmla="*/ 4 w 7"/>
                  <a:gd name="T13" fmla="*/ 1 h 8"/>
                  <a:gd name="T14" fmla="*/ 5 w 7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5" y="0"/>
                    </a:move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2"/>
                      <a:pt x="6" y="3"/>
                    </a:cubicBezTo>
                    <a:cubicBezTo>
                      <a:pt x="5" y="4"/>
                      <a:pt x="4" y="6"/>
                      <a:pt x="2" y="7"/>
                    </a:cubicBezTo>
                    <a:cubicBezTo>
                      <a:pt x="2" y="8"/>
                      <a:pt x="1" y="8"/>
                      <a:pt x="0" y="7"/>
                    </a:cubicBezTo>
                    <a:cubicBezTo>
                      <a:pt x="0" y="7"/>
                      <a:pt x="0" y="6"/>
                      <a:pt x="0" y="5"/>
                    </a:cubicBezTo>
                    <a:cubicBezTo>
                      <a:pt x="1" y="4"/>
                      <a:pt x="3" y="2"/>
                      <a:pt x="4" y="1"/>
                    </a:cubicBezTo>
                    <a:cubicBezTo>
                      <a:pt x="4" y="0"/>
                      <a:pt x="5" y="0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86"/>
              <p:cNvSpPr>
                <a:spLocks noEditPoints="1"/>
              </p:cNvSpPr>
              <p:nvPr/>
            </p:nvSpPr>
            <p:spPr bwMode="auto">
              <a:xfrm>
                <a:off x="6134100" y="2414588"/>
                <a:ext cx="92075" cy="84137"/>
              </a:xfrm>
              <a:custGeom>
                <a:avLst/>
                <a:gdLst>
                  <a:gd name="T0" fmla="*/ 12 w 24"/>
                  <a:gd name="T1" fmla="*/ 22 h 22"/>
                  <a:gd name="T2" fmla="*/ 7 w 24"/>
                  <a:gd name="T3" fmla="*/ 20 h 22"/>
                  <a:gd name="T4" fmla="*/ 3 w 24"/>
                  <a:gd name="T5" fmla="*/ 6 h 22"/>
                  <a:gd name="T6" fmla="*/ 17 w 24"/>
                  <a:gd name="T7" fmla="*/ 3 h 22"/>
                  <a:gd name="T8" fmla="*/ 21 w 24"/>
                  <a:gd name="T9" fmla="*/ 17 h 22"/>
                  <a:gd name="T10" fmla="*/ 12 w 24"/>
                  <a:gd name="T11" fmla="*/ 22 h 22"/>
                  <a:gd name="T12" fmla="*/ 12 w 24"/>
                  <a:gd name="T13" fmla="*/ 4 h 22"/>
                  <a:gd name="T14" fmla="*/ 6 w 24"/>
                  <a:gd name="T15" fmla="*/ 8 h 22"/>
                  <a:gd name="T16" fmla="*/ 8 w 24"/>
                  <a:gd name="T17" fmla="*/ 18 h 22"/>
                  <a:gd name="T18" fmla="*/ 18 w 24"/>
                  <a:gd name="T19" fmla="*/ 15 h 22"/>
                  <a:gd name="T20" fmla="*/ 16 w 24"/>
                  <a:gd name="T21" fmla="*/ 5 h 22"/>
                  <a:gd name="T22" fmla="*/ 12 w 24"/>
                  <a:gd name="T23" fmla="*/ 4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2">
                    <a:moveTo>
                      <a:pt x="12" y="22"/>
                    </a:moveTo>
                    <a:cubicBezTo>
                      <a:pt x="10" y="22"/>
                      <a:pt x="8" y="21"/>
                      <a:pt x="7" y="20"/>
                    </a:cubicBezTo>
                    <a:cubicBezTo>
                      <a:pt x="2" y="17"/>
                      <a:pt x="0" y="11"/>
                      <a:pt x="3" y="6"/>
                    </a:cubicBezTo>
                    <a:cubicBezTo>
                      <a:pt x="6" y="1"/>
                      <a:pt x="12" y="0"/>
                      <a:pt x="17" y="3"/>
                    </a:cubicBezTo>
                    <a:cubicBezTo>
                      <a:pt x="22" y="5"/>
                      <a:pt x="24" y="12"/>
                      <a:pt x="21" y="17"/>
                    </a:cubicBezTo>
                    <a:cubicBezTo>
                      <a:pt x="19" y="20"/>
                      <a:pt x="16" y="22"/>
                      <a:pt x="12" y="22"/>
                    </a:cubicBezTo>
                    <a:close/>
                    <a:moveTo>
                      <a:pt x="12" y="4"/>
                    </a:moveTo>
                    <a:cubicBezTo>
                      <a:pt x="9" y="4"/>
                      <a:pt x="7" y="5"/>
                      <a:pt x="6" y="8"/>
                    </a:cubicBezTo>
                    <a:cubicBezTo>
                      <a:pt x="4" y="11"/>
                      <a:pt x="5" y="16"/>
                      <a:pt x="8" y="18"/>
                    </a:cubicBezTo>
                    <a:cubicBezTo>
                      <a:pt x="12" y="20"/>
                      <a:pt x="16" y="18"/>
                      <a:pt x="18" y="15"/>
                    </a:cubicBezTo>
                    <a:cubicBezTo>
                      <a:pt x="20" y="12"/>
                      <a:pt x="19" y="7"/>
                      <a:pt x="16" y="5"/>
                    </a:cubicBezTo>
                    <a:cubicBezTo>
                      <a:pt x="15" y="4"/>
                      <a:pt x="13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87"/>
              <p:cNvSpPr>
                <a:spLocks noEditPoints="1"/>
              </p:cNvSpPr>
              <p:nvPr/>
            </p:nvSpPr>
            <p:spPr bwMode="auto">
              <a:xfrm>
                <a:off x="6230938" y="2582863"/>
                <a:ext cx="79375" cy="77787"/>
              </a:xfrm>
              <a:custGeom>
                <a:avLst/>
                <a:gdLst>
                  <a:gd name="T0" fmla="*/ 11 w 21"/>
                  <a:gd name="T1" fmla="*/ 20 h 20"/>
                  <a:gd name="T2" fmla="*/ 1 w 21"/>
                  <a:gd name="T3" fmla="*/ 11 h 20"/>
                  <a:gd name="T4" fmla="*/ 10 w 21"/>
                  <a:gd name="T5" fmla="*/ 0 h 20"/>
                  <a:gd name="T6" fmla="*/ 11 w 21"/>
                  <a:gd name="T7" fmla="*/ 0 h 20"/>
                  <a:gd name="T8" fmla="*/ 21 w 21"/>
                  <a:gd name="T9" fmla="*/ 10 h 20"/>
                  <a:gd name="T10" fmla="*/ 11 w 21"/>
                  <a:gd name="T11" fmla="*/ 20 h 20"/>
                  <a:gd name="T12" fmla="*/ 11 w 21"/>
                  <a:gd name="T13" fmla="*/ 20 h 20"/>
                  <a:gd name="T14" fmla="*/ 11 w 21"/>
                  <a:gd name="T15" fmla="*/ 3 h 20"/>
                  <a:gd name="T16" fmla="*/ 4 w 21"/>
                  <a:gd name="T17" fmla="*/ 10 h 20"/>
                  <a:gd name="T18" fmla="*/ 11 w 21"/>
                  <a:gd name="T19" fmla="*/ 17 h 20"/>
                  <a:gd name="T20" fmla="*/ 11 w 21"/>
                  <a:gd name="T21" fmla="*/ 17 h 20"/>
                  <a:gd name="T22" fmla="*/ 18 w 21"/>
                  <a:gd name="T23" fmla="*/ 10 h 20"/>
                  <a:gd name="T24" fmla="*/ 11 w 21"/>
                  <a:gd name="T25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0">
                    <a:moveTo>
                      <a:pt x="11" y="20"/>
                    </a:moveTo>
                    <a:cubicBezTo>
                      <a:pt x="5" y="20"/>
                      <a:pt x="1" y="16"/>
                      <a:pt x="1" y="11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15"/>
                      <a:pt x="17" y="20"/>
                      <a:pt x="11" y="20"/>
                    </a:cubicBezTo>
                    <a:cubicBezTo>
                      <a:pt x="11" y="20"/>
                      <a:pt x="11" y="20"/>
                      <a:pt x="11" y="20"/>
                    </a:cubicBezTo>
                    <a:close/>
                    <a:moveTo>
                      <a:pt x="11" y="3"/>
                    </a:moveTo>
                    <a:cubicBezTo>
                      <a:pt x="7" y="3"/>
                      <a:pt x="3" y="6"/>
                      <a:pt x="4" y="10"/>
                    </a:cubicBezTo>
                    <a:cubicBezTo>
                      <a:pt x="4" y="14"/>
                      <a:pt x="7" y="17"/>
                      <a:pt x="11" y="17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5" y="17"/>
                      <a:pt x="18" y="14"/>
                      <a:pt x="18" y="10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88"/>
              <p:cNvSpPr>
                <a:spLocks noEditPoints="1"/>
              </p:cNvSpPr>
              <p:nvPr/>
            </p:nvSpPr>
            <p:spPr bwMode="auto">
              <a:xfrm>
                <a:off x="5976938" y="2514600"/>
                <a:ext cx="214313" cy="211137"/>
              </a:xfrm>
              <a:custGeom>
                <a:avLst/>
                <a:gdLst>
                  <a:gd name="T0" fmla="*/ 55 w 56"/>
                  <a:gd name="T1" fmla="*/ 26 h 55"/>
                  <a:gd name="T2" fmla="*/ 51 w 56"/>
                  <a:gd name="T3" fmla="*/ 26 h 55"/>
                  <a:gd name="T4" fmla="*/ 30 w 56"/>
                  <a:gd name="T5" fmla="*/ 4 h 55"/>
                  <a:gd name="T6" fmla="*/ 30 w 56"/>
                  <a:gd name="T7" fmla="*/ 1 h 55"/>
                  <a:gd name="T8" fmla="*/ 28 w 56"/>
                  <a:gd name="T9" fmla="*/ 0 h 55"/>
                  <a:gd name="T10" fmla="*/ 27 w 56"/>
                  <a:gd name="T11" fmla="*/ 1 h 55"/>
                  <a:gd name="T12" fmla="*/ 27 w 56"/>
                  <a:gd name="T13" fmla="*/ 4 h 55"/>
                  <a:gd name="T14" fmla="*/ 5 w 56"/>
                  <a:gd name="T15" fmla="*/ 26 h 55"/>
                  <a:gd name="T16" fmla="*/ 2 w 56"/>
                  <a:gd name="T17" fmla="*/ 26 h 55"/>
                  <a:gd name="T18" fmla="*/ 0 w 56"/>
                  <a:gd name="T19" fmla="*/ 28 h 55"/>
                  <a:gd name="T20" fmla="*/ 2 w 56"/>
                  <a:gd name="T21" fmla="*/ 29 h 55"/>
                  <a:gd name="T22" fmla="*/ 5 w 56"/>
                  <a:gd name="T23" fmla="*/ 29 h 55"/>
                  <a:gd name="T24" fmla="*/ 27 w 56"/>
                  <a:gd name="T25" fmla="*/ 51 h 55"/>
                  <a:gd name="T26" fmla="*/ 27 w 56"/>
                  <a:gd name="T27" fmla="*/ 54 h 55"/>
                  <a:gd name="T28" fmla="*/ 28 w 56"/>
                  <a:gd name="T29" fmla="*/ 55 h 55"/>
                  <a:gd name="T30" fmla="*/ 30 w 56"/>
                  <a:gd name="T31" fmla="*/ 54 h 55"/>
                  <a:gd name="T32" fmla="*/ 30 w 56"/>
                  <a:gd name="T33" fmla="*/ 51 h 55"/>
                  <a:gd name="T34" fmla="*/ 51 w 56"/>
                  <a:gd name="T35" fmla="*/ 29 h 55"/>
                  <a:gd name="T36" fmla="*/ 55 w 56"/>
                  <a:gd name="T37" fmla="*/ 29 h 55"/>
                  <a:gd name="T38" fmla="*/ 56 w 56"/>
                  <a:gd name="T39" fmla="*/ 28 h 55"/>
                  <a:gd name="T40" fmla="*/ 55 w 56"/>
                  <a:gd name="T41" fmla="*/ 26 h 55"/>
                  <a:gd name="T42" fmla="*/ 30 w 56"/>
                  <a:gd name="T43" fmla="*/ 48 h 55"/>
                  <a:gd name="T44" fmla="*/ 30 w 56"/>
                  <a:gd name="T45" fmla="*/ 42 h 55"/>
                  <a:gd name="T46" fmla="*/ 28 w 56"/>
                  <a:gd name="T47" fmla="*/ 40 h 55"/>
                  <a:gd name="T48" fmla="*/ 27 w 56"/>
                  <a:gd name="T49" fmla="*/ 42 h 55"/>
                  <a:gd name="T50" fmla="*/ 27 w 56"/>
                  <a:gd name="T51" fmla="*/ 48 h 55"/>
                  <a:gd name="T52" fmla="*/ 8 w 56"/>
                  <a:gd name="T53" fmla="*/ 29 h 55"/>
                  <a:gd name="T54" fmla="*/ 14 w 56"/>
                  <a:gd name="T55" fmla="*/ 29 h 55"/>
                  <a:gd name="T56" fmla="*/ 15 w 56"/>
                  <a:gd name="T57" fmla="*/ 28 h 55"/>
                  <a:gd name="T58" fmla="*/ 14 w 56"/>
                  <a:gd name="T59" fmla="*/ 26 h 55"/>
                  <a:gd name="T60" fmla="*/ 8 w 56"/>
                  <a:gd name="T61" fmla="*/ 26 h 55"/>
                  <a:gd name="T62" fmla="*/ 27 w 56"/>
                  <a:gd name="T63" fmla="*/ 7 h 55"/>
                  <a:gd name="T64" fmla="*/ 27 w 56"/>
                  <a:gd name="T65" fmla="*/ 13 h 55"/>
                  <a:gd name="T66" fmla="*/ 28 w 56"/>
                  <a:gd name="T67" fmla="*/ 15 h 55"/>
                  <a:gd name="T68" fmla="*/ 30 w 56"/>
                  <a:gd name="T69" fmla="*/ 13 h 55"/>
                  <a:gd name="T70" fmla="*/ 30 w 56"/>
                  <a:gd name="T71" fmla="*/ 7 h 55"/>
                  <a:gd name="T72" fmla="*/ 48 w 56"/>
                  <a:gd name="T73" fmla="*/ 26 h 55"/>
                  <a:gd name="T74" fmla="*/ 43 w 56"/>
                  <a:gd name="T75" fmla="*/ 26 h 55"/>
                  <a:gd name="T76" fmla="*/ 41 w 56"/>
                  <a:gd name="T77" fmla="*/ 28 h 55"/>
                  <a:gd name="T78" fmla="*/ 43 w 56"/>
                  <a:gd name="T79" fmla="*/ 29 h 55"/>
                  <a:gd name="T80" fmla="*/ 48 w 56"/>
                  <a:gd name="T81" fmla="*/ 29 h 55"/>
                  <a:gd name="T82" fmla="*/ 30 w 56"/>
                  <a:gd name="T83" fmla="*/ 48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6" h="55">
                    <a:moveTo>
                      <a:pt x="55" y="26"/>
                    </a:moveTo>
                    <a:cubicBezTo>
                      <a:pt x="51" y="26"/>
                      <a:pt x="51" y="26"/>
                      <a:pt x="51" y="26"/>
                    </a:cubicBezTo>
                    <a:cubicBezTo>
                      <a:pt x="51" y="14"/>
                      <a:pt x="41" y="5"/>
                      <a:pt x="30" y="4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29" y="0"/>
                      <a:pt x="28" y="0"/>
                    </a:cubicBezTo>
                    <a:cubicBezTo>
                      <a:pt x="27" y="0"/>
                      <a:pt x="27" y="0"/>
                      <a:pt x="27" y="1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15" y="5"/>
                      <a:pt x="6" y="14"/>
                      <a:pt x="5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28"/>
                      <a:pt x="1" y="29"/>
                      <a:pt x="2" y="29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41"/>
                      <a:pt x="15" y="50"/>
                      <a:pt x="27" y="51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7" y="55"/>
                      <a:pt x="27" y="55"/>
                      <a:pt x="28" y="55"/>
                    </a:cubicBezTo>
                    <a:cubicBezTo>
                      <a:pt x="29" y="55"/>
                      <a:pt x="30" y="55"/>
                      <a:pt x="30" y="54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41" y="50"/>
                      <a:pt x="51" y="41"/>
                      <a:pt x="51" y="29"/>
                    </a:cubicBezTo>
                    <a:cubicBezTo>
                      <a:pt x="55" y="29"/>
                      <a:pt x="55" y="29"/>
                      <a:pt x="55" y="29"/>
                    </a:cubicBezTo>
                    <a:cubicBezTo>
                      <a:pt x="56" y="29"/>
                      <a:pt x="56" y="28"/>
                      <a:pt x="56" y="28"/>
                    </a:cubicBezTo>
                    <a:cubicBezTo>
                      <a:pt x="56" y="27"/>
                      <a:pt x="56" y="26"/>
                      <a:pt x="55" y="26"/>
                    </a:cubicBezTo>
                    <a:close/>
                    <a:moveTo>
                      <a:pt x="30" y="48"/>
                    </a:move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41"/>
                      <a:pt x="29" y="40"/>
                      <a:pt x="28" y="40"/>
                    </a:cubicBezTo>
                    <a:cubicBezTo>
                      <a:pt x="27" y="40"/>
                      <a:pt x="27" y="41"/>
                      <a:pt x="27" y="42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17" y="47"/>
                      <a:pt x="9" y="39"/>
                      <a:pt x="8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5" y="29"/>
                      <a:pt x="15" y="28"/>
                      <a:pt x="15" y="28"/>
                    </a:cubicBezTo>
                    <a:cubicBezTo>
                      <a:pt x="15" y="27"/>
                      <a:pt x="15" y="26"/>
                      <a:pt x="14" y="2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9" y="16"/>
                      <a:pt x="17" y="8"/>
                      <a:pt x="27" y="7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5"/>
                      <a:pt x="28" y="15"/>
                    </a:cubicBezTo>
                    <a:cubicBezTo>
                      <a:pt x="29" y="15"/>
                      <a:pt x="30" y="14"/>
                      <a:pt x="30" y="1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40" y="8"/>
                      <a:pt x="48" y="16"/>
                      <a:pt x="48" y="26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42" y="26"/>
                      <a:pt x="41" y="27"/>
                      <a:pt x="41" y="28"/>
                    </a:cubicBezTo>
                    <a:cubicBezTo>
                      <a:pt x="41" y="28"/>
                      <a:pt x="42" y="29"/>
                      <a:pt x="43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39"/>
                      <a:pt x="40" y="47"/>
                      <a:pt x="3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89"/>
              <p:cNvSpPr>
                <a:spLocks noEditPoints="1"/>
              </p:cNvSpPr>
              <p:nvPr/>
            </p:nvSpPr>
            <p:spPr bwMode="auto">
              <a:xfrm>
                <a:off x="6057900" y="2590800"/>
                <a:ext cx="57150" cy="58737"/>
              </a:xfrm>
              <a:custGeom>
                <a:avLst/>
                <a:gdLst>
                  <a:gd name="T0" fmla="*/ 7 w 15"/>
                  <a:gd name="T1" fmla="*/ 0 h 15"/>
                  <a:gd name="T2" fmla="*/ 0 w 15"/>
                  <a:gd name="T3" fmla="*/ 8 h 15"/>
                  <a:gd name="T4" fmla="*/ 7 w 15"/>
                  <a:gd name="T5" fmla="*/ 15 h 15"/>
                  <a:gd name="T6" fmla="*/ 15 w 15"/>
                  <a:gd name="T7" fmla="*/ 8 h 15"/>
                  <a:gd name="T8" fmla="*/ 7 w 15"/>
                  <a:gd name="T9" fmla="*/ 0 h 15"/>
                  <a:gd name="T10" fmla="*/ 7 w 15"/>
                  <a:gd name="T11" fmla="*/ 12 h 15"/>
                  <a:gd name="T12" fmla="*/ 3 w 15"/>
                  <a:gd name="T13" fmla="*/ 8 h 15"/>
                  <a:gd name="T14" fmla="*/ 7 w 15"/>
                  <a:gd name="T15" fmla="*/ 3 h 15"/>
                  <a:gd name="T16" fmla="*/ 12 w 15"/>
                  <a:gd name="T17" fmla="*/ 8 h 15"/>
                  <a:gd name="T18" fmla="*/ 7 w 15"/>
                  <a:gd name="T19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5">
                    <a:moveTo>
                      <a:pt x="7" y="0"/>
                    </a:moveTo>
                    <a:cubicBezTo>
                      <a:pt x="3" y="0"/>
                      <a:pt x="0" y="3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3"/>
                      <a:pt x="12" y="0"/>
                      <a:pt x="7" y="0"/>
                    </a:cubicBezTo>
                    <a:close/>
                    <a:moveTo>
                      <a:pt x="7" y="12"/>
                    </a:moveTo>
                    <a:cubicBezTo>
                      <a:pt x="5" y="12"/>
                      <a:pt x="3" y="10"/>
                      <a:pt x="3" y="8"/>
                    </a:cubicBezTo>
                    <a:cubicBezTo>
                      <a:pt x="3" y="5"/>
                      <a:pt x="5" y="3"/>
                      <a:pt x="7" y="3"/>
                    </a:cubicBezTo>
                    <a:cubicBezTo>
                      <a:pt x="10" y="3"/>
                      <a:pt x="12" y="5"/>
                      <a:pt x="12" y="8"/>
                    </a:cubicBezTo>
                    <a:cubicBezTo>
                      <a:pt x="12" y="10"/>
                      <a:pt x="10" y="12"/>
                      <a:pt x="7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8" name="Group 57"/>
          <p:cNvGrpSpPr/>
          <p:nvPr userDrawn="1"/>
        </p:nvGrpSpPr>
        <p:grpSpPr>
          <a:xfrm>
            <a:off x="275076" y="4986042"/>
            <a:ext cx="644208" cy="629892"/>
            <a:chOff x="161629" y="3697256"/>
            <a:chExt cx="429472" cy="429472"/>
          </a:xfrm>
          <a:solidFill>
            <a:schemeClr val="accent1"/>
          </a:solidFill>
        </p:grpSpPr>
        <p:sp>
          <p:nvSpPr>
            <p:cNvPr id="59" name="Freeform 45"/>
            <p:cNvSpPr>
              <a:spLocks noEditPoints="1"/>
            </p:cNvSpPr>
            <p:nvPr/>
          </p:nvSpPr>
          <p:spPr bwMode="auto">
            <a:xfrm>
              <a:off x="161629" y="3697256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788157"/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26497" y="3766555"/>
              <a:ext cx="298698" cy="297473"/>
              <a:chOff x="9496425" y="2376488"/>
              <a:chExt cx="387350" cy="385762"/>
            </a:xfrm>
            <a:grpFill/>
          </p:grpSpPr>
          <p:sp>
            <p:nvSpPr>
              <p:cNvPr id="61" name="Freeform 93"/>
              <p:cNvSpPr>
                <a:spLocks noEditPoints="1"/>
              </p:cNvSpPr>
              <p:nvPr/>
            </p:nvSpPr>
            <p:spPr bwMode="auto">
              <a:xfrm>
                <a:off x="9496425" y="2484438"/>
                <a:ext cx="185738" cy="80962"/>
              </a:xfrm>
              <a:custGeom>
                <a:avLst/>
                <a:gdLst>
                  <a:gd name="T0" fmla="*/ 47 w 48"/>
                  <a:gd name="T1" fmla="*/ 21 h 21"/>
                  <a:gd name="T2" fmla="*/ 1 w 48"/>
                  <a:gd name="T3" fmla="*/ 21 h 21"/>
                  <a:gd name="T4" fmla="*/ 0 w 48"/>
                  <a:gd name="T5" fmla="*/ 20 h 21"/>
                  <a:gd name="T6" fmla="*/ 0 w 48"/>
                  <a:gd name="T7" fmla="*/ 19 h 21"/>
                  <a:gd name="T8" fmla="*/ 4 w 48"/>
                  <a:gd name="T9" fmla="*/ 1 h 21"/>
                  <a:gd name="T10" fmla="*/ 6 w 48"/>
                  <a:gd name="T11" fmla="*/ 0 h 21"/>
                  <a:gd name="T12" fmla="*/ 47 w 48"/>
                  <a:gd name="T13" fmla="*/ 0 h 21"/>
                  <a:gd name="T14" fmla="*/ 48 w 48"/>
                  <a:gd name="T15" fmla="*/ 2 h 21"/>
                  <a:gd name="T16" fmla="*/ 48 w 48"/>
                  <a:gd name="T17" fmla="*/ 19 h 21"/>
                  <a:gd name="T18" fmla="*/ 47 w 48"/>
                  <a:gd name="T19" fmla="*/ 21 h 21"/>
                  <a:gd name="T20" fmla="*/ 3 w 48"/>
                  <a:gd name="T21" fmla="*/ 18 h 21"/>
                  <a:gd name="T22" fmla="*/ 45 w 48"/>
                  <a:gd name="T23" fmla="*/ 18 h 21"/>
                  <a:gd name="T24" fmla="*/ 45 w 48"/>
                  <a:gd name="T25" fmla="*/ 3 h 21"/>
                  <a:gd name="T26" fmla="*/ 7 w 48"/>
                  <a:gd name="T27" fmla="*/ 3 h 21"/>
                  <a:gd name="T28" fmla="*/ 3 w 48"/>
                  <a:gd name="T2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21">
                    <a:moveTo>
                      <a:pt x="47" y="21"/>
                    </a:move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0" y="20"/>
                      <a:pt x="0" y="20"/>
                    </a:cubicBezTo>
                    <a:cubicBezTo>
                      <a:pt x="0" y="20"/>
                      <a:pt x="0" y="19"/>
                      <a:pt x="0" y="19"/>
                    </a:cubicBezTo>
                    <a:cubicBezTo>
                      <a:pt x="0" y="13"/>
                      <a:pt x="2" y="7"/>
                      <a:pt x="4" y="1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2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8" y="20"/>
                      <a:pt x="48" y="21"/>
                      <a:pt x="47" y="21"/>
                    </a:cubicBezTo>
                    <a:close/>
                    <a:moveTo>
                      <a:pt x="3" y="18"/>
                    </a:move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5" y="8"/>
                      <a:pt x="3" y="13"/>
                      <a:pt x="3" y="18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94"/>
              <p:cNvSpPr>
                <a:spLocks noEditPoints="1"/>
              </p:cNvSpPr>
              <p:nvPr/>
            </p:nvSpPr>
            <p:spPr bwMode="auto">
              <a:xfrm>
                <a:off x="9496425" y="2578100"/>
                <a:ext cx="185738" cy="80962"/>
              </a:xfrm>
              <a:custGeom>
                <a:avLst/>
                <a:gdLst>
                  <a:gd name="T0" fmla="*/ 47 w 48"/>
                  <a:gd name="T1" fmla="*/ 21 h 21"/>
                  <a:gd name="T2" fmla="*/ 6 w 48"/>
                  <a:gd name="T3" fmla="*/ 21 h 21"/>
                  <a:gd name="T4" fmla="*/ 5 w 48"/>
                  <a:gd name="T5" fmla="*/ 20 h 21"/>
                  <a:gd name="T6" fmla="*/ 0 w 48"/>
                  <a:gd name="T7" fmla="*/ 2 h 21"/>
                  <a:gd name="T8" fmla="*/ 0 w 48"/>
                  <a:gd name="T9" fmla="*/ 1 h 21"/>
                  <a:gd name="T10" fmla="*/ 1 w 48"/>
                  <a:gd name="T11" fmla="*/ 0 h 21"/>
                  <a:gd name="T12" fmla="*/ 47 w 48"/>
                  <a:gd name="T13" fmla="*/ 0 h 21"/>
                  <a:gd name="T14" fmla="*/ 48 w 48"/>
                  <a:gd name="T15" fmla="*/ 2 h 21"/>
                  <a:gd name="T16" fmla="*/ 48 w 48"/>
                  <a:gd name="T17" fmla="*/ 19 h 21"/>
                  <a:gd name="T18" fmla="*/ 47 w 48"/>
                  <a:gd name="T19" fmla="*/ 21 h 21"/>
                  <a:gd name="T20" fmla="*/ 7 w 48"/>
                  <a:gd name="T21" fmla="*/ 18 h 21"/>
                  <a:gd name="T22" fmla="*/ 45 w 48"/>
                  <a:gd name="T23" fmla="*/ 18 h 21"/>
                  <a:gd name="T24" fmla="*/ 45 w 48"/>
                  <a:gd name="T25" fmla="*/ 3 h 21"/>
                  <a:gd name="T26" fmla="*/ 3 w 48"/>
                  <a:gd name="T27" fmla="*/ 3 h 21"/>
                  <a:gd name="T28" fmla="*/ 7 w 48"/>
                  <a:gd name="T2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21">
                    <a:moveTo>
                      <a:pt x="47" y="21"/>
                    </a:moveTo>
                    <a:cubicBezTo>
                      <a:pt x="6" y="21"/>
                      <a:pt x="6" y="21"/>
                      <a:pt x="6" y="21"/>
                    </a:cubicBezTo>
                    <a:cubicBezTo>
                      <a:pt x="5" y="21"/>
                      <a:pt x="5" y="20"/>
                      <a:pt x="5" y="20"/>
                    </a:cubicBezTo>
                    <a:cubicBezTo>
                      <a:pt x="2" y="14"/>
                      <a:pt x="0" y="8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2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8" y="20"/>
                      <a:pt x="48" y="21"/>
                      <a:pt x="47" y="21"/>
                    </a:cubicBezTo>
                    <a:close/>
                    <a:moveTo>
                      <a:pt x="7" y="18"/>
                    </a:move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8"/>
                      <a:pt x="5" y="13"/>
                      <a:pt x="7" y="18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95"/>
              <p:cNvSpPr>
                <a:spLocks noEditPoints="1"/>
              </p:cNvSpPr>
              <p:nvPr/>
            </p:nvSpPr>
            <p:spPr bwMode="auto">
              <a:xfrm>
                <a:off x="9528175" y="2670175"/>
                <a:ext cx="153988" cy="92075"/>
              </a:xfrm>
              <a:custGeom>
                <a:avLst/>
                <a:gdLst>
                  <a:gd name="T0" fmla="*/ 39 w 40"/>
                  <a:gd name="T1" fmla="*/ 24 h 24"/>
                  <a:gd name="T2" fmla="*/ 39 w 40"/>
                  <a:gd name="T3" fmla="*/ 24 h 24"/>
                  <a:gd name="T4" fmla="*/ 0 w 40"/>
                  <a:gd name="T5" fmla="*/ 2 h 24"/>
                  <a:gd name="T6" fmla="*/ 0 w 40"/>
                  <a:gd name="T7" fmla="*/ 1 h 24"/>
                  <a:gd name="T8" fmla="*/ 1 w 40"/>
                  <a:gd name="T9" fmla="*/ 0 h 24"/>
                  <a:gd name="T10" fmla="*/ 39 w 40"/>
                  <a:gd name="T11" fmla="*/ 0 h 24"/>
                  <a:gd name="T12" fmla="*/ 40 w 40"/>
                  <a:gd name="T13" fmla="*/ 1 h 24"/>
                  <a:gd name="T14" fmla="*/ 40 w 40"/>
                  <a:gd name="T15" fmla="*/ 23 h 24"/>
                  <a:gd name="T16" fmla="*/ 40 w 40"/>
                  <a:gd name="T17" fmla="*/ 24 h 24"/>
                  <a:gd name="T18" fmla="*/ 39 w 40"/>
                  <a:gd name="T19" fmla="*/ 24 h 24"/>
                  <a:gd name="T20" fmla="*/ 4 w 40"/>
                  <a:gd name="T21" fmla="*/ 3 h 24"/>
                  <a:gd name="T22" fmla="*/ 37 w 40"/>
                  <a:gd name="T23" fmla="*/ 21 h 24"/>
                  <a:gd name="T24" fmla="*/ 37 w 40"/>
                  <a:gd name="T25" fmla="*/ 3 h 24"/>
                  <a:gd name="T26" fmla="*/ 4 w 40"/>
                  <a:gd name="T27" fmla="*/ 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24">
                    <a:moveTo>
                      <a:pt x="39" y="24"/>
                    </a:moveTo>
                    <a:cubicBezTo>
                      <a:pt x="39" y="24"/>
                      <a:pt x="39" y="24"/>
                      <a:pt x="39" y="24"/>
                    </a:cubicBezTo>
                    <a:cubicBezTo>
                      <a:pt x="23" y="23"/>
                      <a:pt x="9" y="15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0" y="0"/>
                      <a:pt x="40" y="1"/>
                      <a:pt x="40" y="1"/>
                    </a:cubicBezTo>
                    <a:cubicBezTo>
                      <a:pt x="40" y="23"/>
                      <a:pt x="40" y="23"/>
                      <a:pt x="40" y="23"/>
                    </a:cubicBezTo>
                    <a:cubicBezTo>
                      <a:pt x="40" y="23"/>
                      <a:pt x="40" y="24"/>
                      <a:pt x="40" y="24"/>
                    </a:cubicBezTo>
                    <a:cubicBezTo>
                      <a:pt x="39" y="24"/>
                      <a:pt x="39" y="24"/>
                      <a:pt x="39" y="24"/>
                    </a:cubicBezTo>
                    <a:close/>
                    <a:moveTo>
                      <a:pt x="4" y="3"/>
                    </a:moveTo>
                    <a:cubicBezTo>
                      <a:pt x="12" y="13"/>
                      <a:pt x="24" y="20"/>
                      <a:pt x="37" y="21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96"/>
              <p:cNvSpPr>
                <a:spLocks noEditPoints="1"/>
              </p:cNvSpPr>
              <p:nvPr/>
            </p:nvSpPr>
            <p:spPr bwMode="auto">
              <a:xfrm>
                <a:off x="9528175" y="2376488"/>
                <a:ext cx="153988" cy="96837"/>
              </a:xfrm>
              <a:custGeom>
                <a:avLst/>
                <a:gdLst>
                  <a:gd name="T0" fmla="*/ 39 w 40"/>
                  <a:gd name="T1" fmla="*/ 25 h 25"/>
                  <a:gd name="T2" fmla="*/ 1 w 40"/>
                  <a:gd name="T3" fmla="*/ 25 h 25"/>
                  <a:gd name="T4" fmla="*/ 0 w 40"/>
                  <a:gd name="T5" fmla="*/ 24 h 25"/>
                  <a:gd name="T6" fmla="*/ 0 w 40"/>
                  <a:gd name="T7" fmla="*/ 23 h 25"/>
                  <a:gd name="T8" fmla="*/ 39 w 40"/>
                  <a:gd name="T9" fmla="*/ 0 h 25"/>
                  <a:gd name="T10" fmla="*/ 40 w 40"/>
                  <a:gd name="T11" fmla="*/ 1 h 25"/>
                  <a:gd name="T12" fmla="*/ 40 w 40"/>
                  <a:gd name="T13" fmla="*/ 2 h 25"/>
                  <a:gd name="T14" fmla="*/ 40 w 40"/>
                  <a:gd name="T15" fmla="*/ 23 h 25"/>
                  <a:gd name="T16" fmla="*/ 39 w 40"/>
                  <a:gd name="T17" fmla="*/ 25 h 25"/>
                  <a:gd name="T18" fmla="*/ 4 w 40"/>
                  <a:gd name="T19" fmla="*/ 22 h 25"/>
                  <a:gd name="T20" fmla="*/ 37 w 40"/>
                  <a:gd name="T21" fmla="*/ 22 h 25"/>
                  <a:gd name="T22" fmla="*/ 37 w 40"/>
                  <a:gd name="T23" fmla="*/ 4 h 25"/>
                  <a:gd name="T24" fmla="*/ 4 w 40"/>
                  <a:gd name="T25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25">
                    <a:moveTo>
                      <a:pt x="39" y="25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5"/>
                      <a:pt x="0" y="24"/>
                    </a:cubicBezTo>
                    <a:cubicBezTo>
                      <a:pt x="0" y="24"/>
                      <a:pt x="0" y="23"/>
                      <a:pt x="0" y="23"/>
                    </a:cubicBezTo>
                    <a:cubicBezTo>
                      <a:pt x="9" y="10"/>
                      <a:pt x="23" y="1"/>
                      <a:pt x="39" y="0"/>
                    </a:cubicBezTo>
                    <a:cubicBezTo>
                      <a:pt x="39" y="0"/>
                      <a:pt x="39" y="1"/>
                      <a:pt x="40" y="1"/>
                    </a:cubicBezTo>
                    <a:cubicBezTo>
                      <a:pt x="40" y="1"/>
                      <a:pt x="40" y="2"/>
                      <a:pt x="40" y="2"/>
                    </a:cubicBezTo>
                    <a:cubicBezTo>
                      <a:pt x="40" y="23"/>
                      <a:pt x="40" y="23"/>
                      <a:pt x="40" y="23"/>
                    </a:cubicBezTo>
                    <a:cubicBezTo>
                      <a:pt x="40" y="24"/>
                      <a:pt x="40" y="25"/>
                      <a:pt x="39" y="25"/>
                    </a:cubicBezTo>
                    <a:close/>
                    <a:moveTo>
                      <a:pt x="4" y="22"/>
                    </a:moveTo>
                    <a:cubicBezTo>
                      <a:pt x="37" y="22"/>
                      <a:pt x="37" y="22"/>
                      <a:pt x="37" y="22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24" y="5"/>
                      <a:pt x="12" y="11"/>
                      <a:pt x="4" y="22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97"/>
              <p:cNvSpPr>
                <a:spLocks noEditPoints="1"/>
              </p:cNvSpPr>
              <p:nvPr/>
            </p:nvSpPr>
            <p:spPr bwMode="auto">
              <a:xfrm>
                <a:off x="9693275" y="2381250"/>
                <a:ext cx="190500" cy="381000"/>
              </a:xfrm>
              <a:custGeom>
                <a:avLst/>
                <a:gdLst>
                  <a:gd name="T0" fmla="*/ 2 w 49"/>
                  <a:gd name="T1" fmla="*/ 99 h 99"/>
                  <a:gd name="T2" fmla="*/ 1 w 49"/>
                  <a:gd name="T3" fmla="*/ 99 h 99"/>
                  <a:gd name="T4" fmla="*/ 0 w 49"/>
                  <a:gd name="T5" fmla="*/ 98 h 99"/>
                  <a:gd name="T6" fmla="*/ 0 w 49"/>
                  <a:gd name="T7" fmla="*/ 1 h 99"/>
                  <a:gd name="T8" fmla="*/ 1 w 49"/>
                  <a:gd name="T9" fmla="*/ 0 h 99"/>
                  <a:gd name="T10" fmla="*/ 2 w 49"/>
                  <a:gd name="T11" fmla="*/ 0 h 99"/>
                  <a:gd name="T12" fmla="*/ 49 w 49"/>
                  <a:gd name="T13" fmla="*/ 49 h 99"/>
                  <a:gd name="T14" fmla="*/ 2 w 49"/>
                  <a:gd name="T15" fmla="*/ 99 h 99"/>
                  <a:gd name="T16" fmla="*/ 2 w 49"/>
                  <a:gd name="T17" fmla="*/ 99 h 99"/>
                  <a:gd name="T18" fmla="*/ 3 w 49"/>
                  <a:gd name="T19" fmla="*/ 3 h 99"/>
                  <a:gd name="T20" fmla="*/ 3 w 49"/>
                  <a:gd name="T21" fmla="*/ 96 h 99"/>
                  <a:gd name="T22" fmla="*/ 46 w 49"/>
                  <a:gd name="T23" fmla="*/ 49 h 99"/>
                  <a:gd name="T24" fmla="*/ 3 w 49"/>
                  <a:gd name="T25" fmla="*/ 3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99">
                    <a:moveTo>
                      <a:pt x="2" y="99"/>
                    </a:moveTo>
                    <a:cubicBezTo>
                      <a:pt x="2" y="99"/>
                      <a:pt x="1" y="99"/>
                      <a:pt x="1" y="99"/>
                    </a:cubicBezTo>
                    <a:cubicBezTo>
                      <a:pt x="1" y="99"/>
                      <a:pt x="0" y="98"/>
                      <a:pt x="0" y="9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8" y="1"/>
                      <a:pt x="49" y="23"/>
                      <a:pt x="49" y="49"/>
                    </a:cubicBezTo>
                    <a:cubicBezTo>
                      <a:pt x="49" y="76"/>
                      <a:pt x="28" y="98"/>
                      <a:pt x="2" y="99"/>
                    </a:cubicBezTo>
                    <a:cubicBezTo>
                      <a:pt x="2" y="99"/>
                      <a:pt x="2" y="99"/>
                      <a:pt x="2" y="99"/>
                    </a:cubicBezTo>
                    <a:close/>
                    <a:moveTo>
                      <a:pt x="3" y="3"/>
                    </a:moveTo>
                    <a:cubicBezTo>
                      <a:pt x="3" y="96"/>
                      <a:pt x="3" y="96"/>
                      <a:pt x="3" y="96"/>
                    </a:cubicBezTo>
                    <a:cubicBezTo>
                      <a:pt x="27" y="94"/>
                      <a:pt x="46" y="74"/>
                      <a:pt x="46" y="49"/>
                    </a:cubicBezTo>
                    <a:cubicBezTo>
                      <a:pt x="46" y="25"/>
                      <a:pt x="27" y="5"/>
                      <a:pt x="3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98"/>
              <p:cNvSpPr>
                <a:spLocks/>
              </p:cNvSpPr>
              <p:nvPr/>
            </p:nvSpPr>
            <p:spPr bwMode="auto">
              <a:xfrm>
                <a:off x="9748838" y="2500313"/>
                <a:ext cx="84138" cy="142875"/>
              </a:xfrm>
              <a:custGeom>
                <a:avLst/>
                <a:gdLst>
                  <a:gd name="T0" fmla="*/ 1 w 22"/>
                  <a:gd name="T1" fmla="*/ 37 h 37"/>
                  <a:gd name="T2" fmla="*/ 1 w 22"/>
                  <a:gd name="T3" fmla="*/ 36 h 37"/>
                  <a:gd name="T4" fmla="*/ 0 w 22"/>
                  <a:gd name="T5" fmla="*/ 34 h 37"/>
                  <a:gd name="T6" fmla="*/ 19 w 22"/>
                  <a:gd name="T7" fmla="*/ 1 h 37"/>
                  <a:gd name="T8" fmla="*/ 21 w 22"/>
                  <a:gd name="T9" fmla="*/ 0 h 37"/>
                  <a:gd name="T10" fmla="*/ 21 w 22"/>
                  <a:gd name="T11" fmla="*/ 2 h 37"/>
                  <a:gd name="T12" fmla="*/ 3 w 22"/>
                  <a:gd name="T13" fmla="*/ 36 h 37"/>
                  <a:gd name="T14" fmla="*/ 1 w 22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37">
                    <a:moveTo>
                      <a:pt x="1" y="37"/>
                    </a:moveTo>
                    <a:cubicBezTo>
                      <a:pt x="1" y="37"/>
                      <a:pt x="1" y="37"/>
                      <a:pt x="1" y="36"/>
                    </a:cubicBezTo>
                    <a:cubicBezTo>
                      <a:pt x="0" y="36"/>
                      <a:pt x="0" y="35"/>
                      <a:pt x="0" y="34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0"/>
                      <a:pt x="20" y="0"/>
                      <a:pt x="21" y="0"/>
                    </a:cubicBezTo>
                    <a:cubicBezTo>
                      <a:pt x="21" y="1"/>
                      <a:pt x="22" y="2"/>
                      <a:pt x="21" y="2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2" y="36"/>
                      <a:pt x="2" y="37"/>
                      <a:pt x="1" y="37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99"/>
              <p:cNvSpPr>
                <a:spLocks noEditPoints="1"/>
              </p:cNvSpPr>
              <p:nvPr/>
            </p:nvSpPr>
            <p:spPr bwMode="auto">
              <a:xfrm>
                <a:off x="9728200" y="2500313"/>
                <a:ext cx="58738" cy="61912"/>
              </a:xfrm>
              <a:custGeom>
                <a:avLst/>
                <a:gdLst>
                  <a:gd name="T0" fmla="*/ 7 w 15"/>
                  <a:gd name="T1" fmla="*/ 16 h 16"/>
                  <a:gd name="T2" fmla="*/ 0 w 15"/>
                  <a:gd name="T3" fmla="*/ 8 h 16"/>
                  <a:gd name="T4" fmla="*/ 7 w 15"/>
                  <a:gd name="T5" fmla="*/ 0 h 16"/>
                  <a:gd name="T6" fmla="*/ 15 w 15"/>
                  <a:gd name="T7" fmla="*/ 8 h 16"/>
                  <a:gd name="T8" fmla="*/ 7 w 15"/>
                  <a:gd name="T9" fmla="*/ 16 h 16"/>
                  <a:gd name="T10" fmla="*/ 7 w 15"/>
                  <a:gd name="T11" fmla="*/ 3 h 16"/>
                  <a:gd name="T12" fmla="*/ 3 w 15"/>
                  <a:gd name="T13" fmla="*/ 8 h 16"/>
                  <a:gd name="T14" fmla="*/ 7 w 15"/>
                  <a:gd name="T15" fmla="*/ 13 h 16"/>
                  <a:gd name="T16" fmla="*/ 12 w 15"/>
                  <a:gd name="T17" fmla="*/ 8 h 16"/>
                  <a:gd name="T18" fmla="*/ 7 w 15"/>
                  <a:gd name="T19" fmla="*/ 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6">
                    <a:moveTo>
                      <a:pt x="7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1" y="0"/>
                      <a:pt x="15" y="4"/>
                      <a:pt x="15" y="8"/>
                    </a:cubicBezTo>
                    <a:cubicBezTo>
                      <a:pt x="15" y="13"/>
                      <a:pt x="11" y="16"/>
                      <a:pt x="7" y="16"/>
                    </a:cubicBezTo>
                    <a:close/>
                    <a:moveTo>
                      <a:pt x="7" y="3"/>
                    </a:moveTo>
                    <a:cubicBezTo>
                      <a:pt x="5" y="3"/>
                      <a:pt x="3" y="5"/>
                      <a:pt x="3" y="8"/>
                    </a:cubicBezTo>
                    <a:cubicBezTo>
                      <a:pt x="3" y="11"/>
                      <a:pt x="5" y="13"/>
                      <a:pt x="7" y="13"/>
                    </a:cubicBezTo>
                    <a:cubicBezTo>
                      <a:pt x="10" y="13"/>
                      <a:pt x="12" y="11"/>
                      <a:pt x="12" y="8"/>
                    </a:cubicBezTo>
                    <a:cubicBezTo>
                      <a:pt x="12" y="5"/>
                      <a:pt x="10" y="3"/>
                      <a:pt x="7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100"/>
              <p:cNvSpPr>
                <a:spLocks noEditPoints="1"/>
              </p:cNvSpPr>
              <p:nvPr/>
            </p:nvSpPr>
            <p:spPr bwMode="auto">
              <a:xfrm>
                <a:off x="9794875" y="2581275"/>
                <a:ext cx="57150" cy="61912"/>
              </a:xfrm>
              <a:custGeom>
                <a:avLst/>
                <a:gdLst>
                  <a:gd name="T0" fmla="*/ 7 w 15"/>
                  <a:gd name="T1" fmla="*/ 16 h 16"/>
                  <a:gd name="T2" fmla="*/ 0 w 15"/>
                  <a:gd name="T3" fmla="*/ 8 h 16"/>
                  <a:gd name="T4" fmla="*/ 7 w 15"/>
                  <a:gd name="T5" fmla="*/ 0 h 16"/>
                  <a:gd name="T6" fmla="*/ 15 w 15"/>
                  <a:gd name="T7" fmla="*/ 8 h 16"/>
                  <a:gd name="T8" fmla="*/ 7 w 15"/>
                  <a:gd name="T9" fmla="*/ 16 h 16"/>
                  <a:gd name="T10" fmla="*/ 7 w 15"/>
                  <a:gd name="T11" fmla="*/ 3 h 16"/>
                  <a:gd name="T12" fmla="*/ 3 w 15"/>
                  <a:gd name="T13" fmla="*/ 8 h 16"/>
                  <a:gd name="T14" fmla="*/ 7 w 15"/>
                  <a:gd name="T15" fmla="*/ 13 h 16"/>
                  <a:gd name="T16" fmla="*/ 12 w 15"/>
                  <a:gd name="T17" fmla="*/ 8 h 16"/>
                  <a:gd name="T18" fmla="*/ 7 w 15"/>
                  <a:gd name="T19" fmla="*/ 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6">
                    <a:moveTo>
                      <a:pt x="7" y="16"/>
                    </a:moveTo>
                    <a:cubicBezTo>
                      <a:pt x="3" y="16"/>
                      <a:pt x="0" y="12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5" y="3"/>
                      <a:pt x="15" y="8"/>
                    </a:cubicBezTo>
                    <a:cubicBezTo>
                      <a:pt x="15" y="12"/>
                      <a:pt x="11" y="16"/>
                      <a:pt x="7" y="16"/>
                    </a:cubicBezTo>
                    <a:close/>
                    <a:moveTo>
                      <a:pt x="7" y="3"/>
                    </a:moveTo>
                    <a:cubicBezTo>
                      <a:pt x="5" y="3"/>
                      <a:pt x="3" y="5"/>
                      <a:pt x="3" y="8"/>
                    </a:cubicBezTo>
                    <a:cubicBezTo>
                      <a:pt x="3" y="10"/>
                      <a:pt x="5" y="13"/>
                      <a:pt x="7" y="13"/>
                    </a:cubicBezTo>
                    <a:cubicBezTo>
                      <a:pt x="10" y="13"/>
                      <a:pt x="12" y="10"/>
                      <a:pt x="12" y="8"/>
                    </a:cubicBezTo>
                    <a:cubicBezTo>
                      <a:pt x="12" y="5"/>
                      <a:pt x="10" y="3"/>
                      <a:pt x="7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69" name="Group 68"/>
          <p:cNvGrpSpPr/>
          <p:nvPr userDrawn="1"/>
        </p:nvGrpSpPr>
        <p:grpSpPr>
          <a:xfrm>
            <a:off x="275076" y="5856891"/>
            <a:ext cx="644208" cy="629892"/>
            <a:chOff x="161629" y="4319921"/>
            <a:chExt cx="429472" cy="429472"/>
          </a:xfrm>
          <a:solidFill>
            <a:schemeClr val="accent1"/>
          </a:solidFill>
        </p:grpSpPr>
        <p:sp>
          <p:nvSpPr>
            <p:cNvPr id="70" name="Freeform 45"/>
            <p:cNvSpPr>
              <a:spLocks noEditPoints="1"/>
            </p:cNvSpPr>
            <p:nvPr/>
          </p:nvSpPr>
          <p:spPr bwMode="auto">
            <a:xfrm>
              <a:off x="161629" y="4319921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788157"/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288162" y="4410469"/>
              <a:ext cx="175072" cy="267002"/>
              <a:chOff x="12317413" y="5919788"/>
              <a:chExt cx="411163" cy="627062"/>
            </a:xfrm>
            <a:grpFill/>
          </p:grpSpPr>
          <p:sp>
            <p:nvSpPr>
              <p:cNvPr id="72" name="Freeform 104"/>
              <p:cNvSpPr>
                <a:spLocks/>
              </p:cNvSpPr>
              <p:nvPr/>
            </p:nvSpPr>
            <p:spPr bwMode="auto">
              <a:xfrm>
                <a:off x="12490450" y="6518275"/>
                <a:ext cx="98425" cy="28575"/>
              </a:xfrm>
              <a:custGeom>
                <a:avLst/>
                <a:gdLst>
                  <a:gd name="T0" fmla="*/ 0 w 124"/>
                  <a:gd name="T1" fmla="*/ 16 h 37"/>
                  <a:gd name="T2" fmla="*/ 0 w 124"/>
                  <a:gd name="T3" fmla="*/ 16 h 37"/>
                  <a:gd name="T4" fmla="*/ 65 w 124"/>
                  <a:gd name="T5" fmla="*/ 34 h 37"/>
                  <a:gd name="T6" fmla="*/ 124 w 124"/>
                  <a:gd name="T7" fmla="*/ 1 h 37"/>
                  <a:gd name="T8" fmla="*/ 124 w 124"/>
                  <a:gd name="T9" fmla="*/ 0 h 37"/>
                  <a:gd name="T10" fmla="*/ 0 w 124"/>
                  <a:gd name="T11" fmla="*/ 1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" h="37">
                    <a:moveTo>
                      <a:pt x="0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0" y="30"/>
                      <a:pt x="42" y="37"/>
                      <a:pt x="65" y="34"/>
                    </a:cubicBezTo>
                    <a:cubicBezTo>
                      <a:pt x="88" y="31"/>
                      <a:pt x="108" y="19"/>
                      <a:pt x="124" y="1"/>
                    </a:cubicBezTo>
                    <a:cubicBezTo>
                      <a:pt x="124" y="1"/>
                      <a:pt x="124" y="0"/>
                      <a:pt x="124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105"/>
              <p:cNvSpPr>
                <a:spLocks noEditPoints="1"/>
              </p:cNvSpPr>
              <p:nvPr/>
            </p:nvSpPr>
            <p:spPr bwMode="auto">
              <a:xfrm>
                <a:off x="12503150" y="6219825"/>
                <a:ext cx="90488" cy="90488"/>
              </a:xfrm>
              <a:custGeom>
                <a:avLst/>
                <a:gdLst>
                  <a:gd name="T0" fmla="*/ 113 w 113"/>
                  <a:gd name="T1" fmla="*/ 51 h 113"/>
                  <a:gd name="T2" fmla="*/ 104 w 113"/>
                  <a:gd name="T3" fmla="*/ 49 h 113"/>
                  <a:gd name="T4" fmla="*/ 102 w 113"/>
                  <a:gd name="T5" fmla="*/ 39 h 113"/>
                  <a:gd name="T6" fmla="*/ 108 w 113"/>
                  <a:gd name="T7" fmla="*/ 33 h 113"/>
                  <a:gd name="T8" fmla="*/ 103 w 113"/>
                  <a:gd name="T9" fmla="*/ 24 h 113"/>
                  <a:gd name="T10" fmla="*/ 95 w 113"/>
                  <a:gd name="T11" fmla="*/ 26 h 113"/>
                  <a:gd name="T12" fmla="*/ 91 w 113"/>
                  <a:gd name="T13" fmla="*/ 23 h 113"/>
                  <a:gd name="T14" fmla="*/ 87 w 113"/>
                  <a:gd name="T15" fmla="*/ 19 h 113"/>
                  <a:gd name="T16" fmla="*/ 89 w 113"/>
                  <a:gd name="T17" fmla="*/ 10 h 113"/>
                  <a:gd name="T18" fmla="*/ 81 w 113"/>
                  <a:gd name="T19" fmla="*/ 5 h 113"/>
                  <a:gd name="T20" fmla="*/ 74 w 113"/>
                  <a:gd name="T21" fmla="*/ 11 h 113"/>
                  <a:gd name="T22" fmla="*/ 65 w 113"/>
                  <a:gd name="T23" fmla="*/ 9 h 113"/>
                  <a:gd name="T24" fmla="*/ 62 w 113"/>
                  <a:gd name="T25" fmla="*/ 1 h 113"/>
                  <a:gd name="T26" fmla="*/ 57 w 113"/>
                  <a:gd name="T27" fmla="*/ 0 h 113"/>
                  <a:gd name="T28" fmla="*/ 51 w 113"/>
                  <a:gd name="T29" fmla="*/ 1 h 113"/>
                  <a:gd name="T30" fmla="*/ 49 w 113"/>
                  <a:gd name="T31" fmla="*/ 9 h 113"/>
                  <a:gd name="T32" fmla="*/ 39 w 113"/>
                  <a:gd name="T33" fmla="*/ 11 h 113"/>
                  <a:gd name="T34" fmla="*/ 33 w 113"/>
                  <a:gd name="T35" fmla="*/ 5 h 113"/>
                  <a:gd name="T36" fmla="*/ 24 w 113"/>
                  <a:gd name="T37" fmla="*/ 10 h 113"/>
                  <a:gd name="T38" fmla="*/ 26 w 113"/>
                  <a:gd name="T39" fmla="*/ 19 h 113"/>
                  <a:gd name="T40" fmla="*/ 20 w 113"/>
                  <a:gd name="T41" fmla="*/ 26 h 113"/>
                  <a:gd name="T42" fmla="*/ 11 w 113"/>
                  <a:gd name="T43" fmla="*/ 24 h 113"/>
                  <a:gd name="T44" fmla="*/ 8 w 113"/>
                  <a:gd name="T45" fmla="*/ 28 h 113"/>
                  <a:gd name="T46" fmla="*/ 5 w 113"/>
                  <a:gd name="T47" fmla="*/ 34 h 113"/>
                  <a:gd name="T48" fmla="*/ 12 w 113"/>
                  <a:gd name="T49" fmla="*/ 40 h 113"/>
                  <a:gd name="T50" fmla="*/ 9 w 113"/>
                  <a:gd name="T51" fmla="*/ 49 h 113"/>
                  <a:gd name="T52" fmla="*/ 0 w 113"/>
                  <a:gd name="T53" fmla="*/ 52 h 113"/>
                  <a:gd name="T54" fmla="*/ 0 w 113"/>
                  <a:gd name="T55" fmla="*/ 62 h 113"/>
                  <a:gd name="T56" fmla="*/ 9 w 113"/>
                  <a:gd name="T57" fmla="*/ 64 h 113"/>
                  <a:gd name="T58" fmla="*/ 12 w 113"/>
                  <a:gd name="T59" fmla="*/ 73 h 113"/>
                  <a:gd name="T60" fmla="*/ 5 w 113"/>
                  <a:gd name="T61" fmla="*/ 80 h 113"/>
                  <a:gd name="T62" fmla="*/ 8 w 113"/>
                  <a:gd name="T63" fmla="*/ 85 h 113"/>
                  <a:gd name="T64" fmla="*/ 11 w 113"/>
                  <a:gd name="T65" fmla="*/ 90 h 113"/>
                  <a:gd name="T66" fmla="*/ 20 w 113"/>
                  <a:gd name="T67" fmla="*/ 87 h 113"/>
                  <a:gd name="T68" fmla="*/ 26 w 113"/>
                  <a:gd name="T69" fmla="*/ 94 h 113"/>
                  <a:gd name="T70" fmla="*/ 24 w 113"/>
                  <a:gd name="T71" fmla="*/ 102 h 113"/>
                  <a:gd name="T72" fmla="*/ 28 w 113"/>
                  <a:gd name="T73" fmla="*/ 106 h 113"/>
                  <a:gd name="T74" fmla="*/ 34 w 113"/>
                  <a:gd name="T75" fmla="*/ 108 h 113"/>
                  <a:gd name="T76" fmla="*/ 40 w 113"/>
                  <a:gd name="T77" fmla="*/ 102 h 113"/>
                  <a:gd name="T78" fmla="*/ 49 w 113"/>
                  <a:gd name="T79" fmla="*/ 105 h 113"/>
                  <a:gd name="T80" fmla="*/ 52 w 113"/>
                  <a:gd name="T81" fmla="*/ 113 h 113"/>
                  <a:gd name="T82" fmla="*/ 62 w 113"/>
                  <a:gd name="T83" fmla="*/ 113 h 113"/>
                  <a:gd name="T84" fmla="*/ 64 w 113"/>
                  <a:gd name="T85" fmla="*/ 105 h 113"/>
                  <a:gd name="T86" fmla="*/ 73 w 113"/>
                  <a:gd name="T87" fmla="*/ 102 h 113"/>
                  <a:gd name="T88" fmla="*/ 80 w 113"/>
                  <a:gd name="T89" fmla="*/ 108 h 113"/>
                  <a:gd name="T90" fmla="*/ 85 w 113"/>
                  <a:gd name="T91" fmla="*/ 106 h 113"/>
                  <a:gd name="T92" fmla="*/ 90 w 113"/>
                  <a:gd name="T93" fmla="*/ 102 h 113"/>
                  <a:gd name="T94" fmla="*/ 87 w 113"/>
                  <a:gd name="T95" fmla="*/ 94 h 113"/>
                  <a:gd name="T96" fmla="*/ 95 w 113"/>
                  <a:gd name="T97" fmla="*/ 87 h 113"/>
                  <a:gd name="T98" fmla="*/ 103 w 113"/>
                  <a:gd name="T99" fmla="*/ 89 h 113"/>
                  <a:gd name="T100" fmla="*/ 108 w 113"/>
                  <a:gd name="T101" fmla="*/ 81 h 113"/>
                  <a:gd name="T102" fmla="*/ 102 w 113"/>
                  <a:gd name="T103" fmla="*/ 74 h 113"/>
                  <a:gd name="T104" fmla="*/ 104 w 113"/>
                  <a:gd name="T105" fmla="*/ 65 h 113"/>
                  <a:gd name="T106" fmla="*/ 113 w 113"/>
                  <a:gd name="T107" fmla="*/ 62 h 113"/>
                  <a:gd name="T108" fmla="*/ 113 w 113"/>
                  <a:gd name="T109" fmla="*/ 57 h 113"/>
                  <a:gd name="T110" fmla="*/ 81 w 113"/>
                  <a:gd name="T111" fmla="*/ 81 h 113"/>
                  <a:gd name="T112" fmla="*/ 33 w 113"/>
                  <a:gd name="T113" fmla="*/ 33 h 113"/>
                  <a:gd name="T114" fmla="*/ 81 w 113"/>
                  <a:gd name="T115" fmla="*/ 8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3" h="113">
                    <a:moveTo>
                      <a:pt x="113" y="52"/>
                    </a:moveTo>
                    <a:cubicBezTo>
                      <a:pt x="113" y="51"/>
                      <a:pt x="113" y="51"/>
                      <a:pt x="113" y="51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9"/>
                      <a:pt x="104" y="49"/>
                      <a:pt x="104" y="49"/>
                    </a:cubicBezTo>
                    <a:cubicBezTo>
                      <a:pt x="104" y="46"/>
                      <a:pt x="103" y="43"/>
                      <a:pt x="102" y="40"/>
                    </a:cubicBezTo>
                    <a:cubicBezTo>
                      <a:pt x="102" y="40"/>
                      <a:pt x="102" y="39"/>
                      <a:pt x="102" y="39"/>
                    </a:cubicBezTo>
                    <a:cubicBezTo>
                      <a:pt x="108" y="34"/>
                      <a:pt x="108" y="34"/>
                      <a:pt x="108" y="34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3" y="24"/>
                      <a:pt x="103" y="24"/>
                      <a:pt x="103" y="24"/>
                    </a:cubicBezTo>
                    <a:cubicBezTo>
                      <a:pt x="103" y="24"/>
                      <a:pt x="103" y="24"/>
                      <a:pt x="102" y="24"/>
                    </a:cubicBezTo>
                    <a:cubicBezTo>
                      <a:pt x="95" y="26"/>
                      <a:pt x="95" y="26"/>
                      <a:pt x="95" y="26"/>
                    </a:cubicBezTo>
                    <a:cubicBezTo>
                      <a:pt x="94" y="26"/>
                      <a:pt x="94" y="26"/>
                      <a:pt x="94" y="26"/>
                    </a:cubicBezTo>
                    <a:cubicBezTo>
                      <a:pt x="93" y="25"/>
                      <a:pt x="92" y="24"/>
                      <a:pt x="91" y="23"/>
                    </a:cubicBezTo>
                    <a:cubicBezTo>
                      <a:pt x="90" y="22"/>
                      <a:pt x="88" y="21"/>
                      <a:pt x="87" y="20"/>
                    </a:cubicBezTo>
                    <a:cubicBezTo>
                      <a:pt x="87" y="19"/>
                      <a:pt x="87" y="19"/>
                      <a:pt x="87" y="19"/>
                    </a:cubicBezTo>
                    <a:cubicBezTo>
                      <a:pt x="90" y="11"/>
                      <a:pt x="90" y="11"/>
                      <a:pt x="90" y="11"/>
                    </a:cubicBezTo>
                    <a:cubicBezTo>
                      <a:pt x="90" y="11"/>
                      <a:pt x="90" y="10"/>
                      <a:pt x="89" y="10"/>
                    </a:cubicBezTo>
                    <a:cubicBezTo>
                      <a:pt x="85" y="8"/>
                      <a:pt x="85" y="8"/>
                      <a:pt x="85" y="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4" y="12"/>
                      <a:pt x="74" y="12"/>
                      <a:pt x="73" y="12"/>
                    </a:cubicBezTo>
                    <a:cubicBezTo>
                      <a:pt x="71" y="11"/>
                      <a:pt x="68" y="10"/>
                      <a:pt x="65" y="9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1" y="0"/>
                      <a:pt x="51" y="0"/>
                      <a:pt x="51" y="1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6" y="10"/>
                      <a:pt x="43" y="11"/>
                      <a:pt x="40" y="12"/>
                    </a:cubicBezTo>
                    <a:cubicBezTo>
                      <a:pt x="40" y="12"/>
                      <a:pt x="39" y="12"/>
                      <a:pt x="39" y="11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10"/>
                      <a:pt x="24" y="11"/>
                      <a:pt x="24" y="11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9"/>
                      <a:pt x="26" y="19"/>
                      <a:pt x="26" y="20"/>
                    </a:cubicBezTo>
                    <a:cubicBezTo>
                      <a:pt x="24" y="22"/>
                      <a:pt x="22" y="24"/>
                      <a:pt x="20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0" y="24"/>
                      <a:pt x="10" y="2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5" y="33"/>
                      <a:pt x="5" y="33"/>
                      <a:pt x="5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39"/>
                      <a:pt x="12" y="40"/>
                      <a:pt x="12" y="40"/>
                    </a:cubicBezTo>
                    <a:cubicBezTo>
                      <a:pt x="11" y="43"/>
                      <a:pt x="10" y="46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0" y="51"/>
                      <a:pt x="0" y="51"/>
                      <a:pt x="0" y="5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0" y="62"/>
                      <a:pt x="1" y="62"/>
                    </a:cubicBezTo>
                    <a:cubicBezTo>
                      <a:pt x="9" y="64"/>
                      <a:pt x="9" y="64"/>
                      <a:pt x="9" y="64"/>
                    </a:cubicBezTo>
                    <a:cubicBezTo>
                      <a:pt x="9" y="64"/>
                      <a:pt x="9" y="64"/>
                      <a:pt x="9" y="65"/>
                    </a:cubicBezTo>
                    <a:cubicBezTo>
                      <a:pt x="10" y="68"/>
                      <a:pt x="11" y="71"/>
                      <a:pt x="12" y="73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5" y="80"/>
                      <a:pt x="5" y="80"/>
                      <a:pt x="5" y="81"/>
                    </a:cubicBezTo>
                    <a:cubicBezTo>
                      <a:pt x="8" y="85"/>
                      <a:pt x="8" y="85"/>
                      <a:pt x="8" y="85"/>
                    </a:cubicBezTo>
                    <a:cubicBezTo>
                      <a:pt x="10" y="89"/>
                      <a:pt x="10" y="89"/>
                      <a:pt x="10" y="89"/>
                    </a:cubicBezTo>
                    <a:cubicBezTo>
                      <a:pt x="10" y="90"/>
                      <a:pt x="11" y="90"/>
                      <a:pt x="11" y="90"/>
                    </a:cubicBezTo>
                    <a:cubicBezTo>
                      <a:pt x="19" y="87"/>
                      <a:pt x="19" y="87"/>
                      <a:pt x="19" y="87"/>
                    </a:cubicBezTo>
                    <a:cubicBezTo>
                      <a:pt x="19" y="87"/>
                      <a:pt x="19" y="87"/>
                      <a:pt x="20" y="87"/>
                    </a:cubicBezTo>
                    <a:cubicBezTo>
                      <a:pt x="21" y="88"/>
                      <a:pt x="22" y="90"/>
                      <a:pt x="23" y="91"/>
                    </a:cubicBezTo>
                    <a:cubicBezTo>
                      <a:pt x="24" y="92"/>
                      <a:pt x="25" y="93"/>
                      <a:pt x="26" y="94"/>
                    </a:cubicBezTo>
                    <a:cubicBezTo>
                      <a:pt x="26" y="94"/>
                      <a:pt x="26" y="94"/>
                      <a:pt x="26" y="94"/>
                    </a:cubicBezTo>
                    <a:cubicBezTo>
                      <a:pt x="24" y="102"/>
                      <a:pt x="24" y="102"/>
                      <a:pt x="24" y="102"/>
                    </a:cubicBezTo>
                    <a:cubicBezTo>
                      <a:pt x="24" y="103"/>
                      <a:pt x="24" y="103"/>
                      <a:pt x="24" y="103"/>
                    </a:cubicBezTo>
                    <a:cubicBezTo>
                      <a:pt x="28" y="106"/>
                      <a:pt x="28" y="106"/>
                      <a:pt x="28" y="106"/>
                    </a:cubicBezTo>
                    <a:cubicBezTo>
                      <a:pt x="33" y="108"/>
                      <a:pt x="33" y="108"/>
                      <a:pt x="33" y="108"/>
                    </a:cubicBezTo>
                    <a:cubicBezTo>
                      <a:pt x="33" y="108"/>
                      <a:pt x="33" y="108"/>
                      <a:pt x="34" y="108"/>
                    </a:cubicBezTo>
                    <a:cubicBezTo>
                      <a:pt x="39" y="102"/>
                      <a:pt x="39" y="102"/>
                      <a:pt x="39" y="102"/>
                    </a:cubicBezTo>
                    <a:cubicBezTo>
                      <a:pt x="39" y="102"/>
                      <a:pt x="40" y="102"/>
                      <a:pt x="40" y="102"/>
                    </a:cubicBezTo>
                    <a:cubicBezTo>
                      <a:pt x="43" y="103"/>
                      <a:pt x="46" y="104"/>
                      <a:pt x="49" y="104"/>
                    </a:cubicBezTo>
                    <a:cubicBezTo>
                      <a:pt x="49" y="104"/>
                      <a:pt x="49" y="104"/>
                      <a:pt x="49" y="105"/>
                    </a:cubicBezTo>
                    <a:cubicBezTo>
                      <a:pt x="51" y="113"/>
                      <a:pt x="51" y="113"/>
                      <a:pt x="51" y="113"/>
                    </a:cubicBezTo>
                    <a:cubicBezTo>
                      <a:pt x="51" y="113"/>
                      <a:pt x="51" y="113"/>
                      <a:pt x="52" y="113"/>
                    </a:cubicBezTo>
                    <a:cubicBezTo>
                      <a:pt x="57" y="113"/>
                      <a:pt x="57" y="113"/>
                      <a:pt x="57" y="113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04"/>
                      <a:pt x="64" y="104"/>
                      <a:pt x="65" y="104"/>
                    </a:cubicBezTo>
                    <a:cubicBezTo>
                      <a:pt x="68" y="104"/>
                      <a:pt x="71" y="103"/>
                      <a:pt x="73" y="102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80" y="108"/>
                      <a:pt x="80" y="108"/>
                      <a:pt x="81" y="108"/>
                    </a:cubicBezTo>
                    <a:cubicBezTo>
                      <a:pt x="85" y="106"/>
                      <a:pt x="85" y="106"/>
                      <a:pt x="85" y="106"/>
                    </a:cubicBezTo>
                    <a:cubicBezTo>
                      <a:pt x="89" y="103"/>
                      <a:pt x="89" y="103"/>
                      <a:pt x="89" y="103"/>
                    </a:cubicBezTo>
                    <a:cubicBezTo>
                      <a:pt x="90" y="103"/>
                      <a:pt x="90" y="103"/>
                      <a:pt x="90" y="102"/>
                    </a:cubicBezTo>
                    <a:cubicBezTo>
                      <a:pt x="87" y="94"/>
                      <a:pt x="87" y="94"/>
                      <a:pt x="87" y="94"/>
                    </a:cubicBezTo>
                    <a:cubicBezTo>
                      <a:pt x="87" y="94"/>
                      <a:pt x="87" y="94"/>
                      <a:pt x="87" y="94"/>
                    </a:cubicBezTo>
                    <a:cubicBezTo>
                      <a:pt x="90" y="92"/>
                      <a:pt x="92" y="90"/>
                      <a:pt x="94" y="87"/>
                    </a:cubicBezTo>
                    <a:cubicBezTo>
                      <a:pt x="94" y="87"/>
                      <a:pt x="94" y="87"/>
                      <a:pt x="95" y="87"/>
                    </a:cubicBezTo>
                    <a:cubicBezTo>
                      <a:pt x="102" y="90"/>
                      <a:pt x="102" y="90"/>
                      <a:pt x="102" y="90"/>
                    </a:cubicBezTo>
                    <a:cubicBezTo>
                      <a:pt x="103" y="90"/>
                      <a:pt x="103" y="90"/>
                      <a:pt x="103" y="89"/>
                    </a:cubicBezTo>
                    <a:cubicBezTo>
                      <a:pt x="106" y="85"/>
                      <a:pt x="106" y="85"/>
                      <a:pt x="106" y="85"/>
                    </a:cubicBezTo>
                    <a:cubicBezTo>
                      <a:pt x="108" y="81"/>
                      <a:pt x="108" y="81"/>
                      <a:pt x="108" y="81"/>
                    </a:cubicBezTo>
                    <a:cubicBezTo>
                      <a:pt x="108" y="80"/>
                      <a:pt x="108" y="80"/>
                      <a:pt x="108" y="80"/>
                    </a:cubicBezTo>
                    <a:cubicBezTo>
                      <a:pt x="102" y="74"/>
                      <a:pt x="102" y="74"/>
                      <a:pt x="102" y="74"/>
                    </a:cubicBezTo>
                    <a:cubicBezTo>
                      <a:pt x="102" y="74"/>
                      <a:pt x="102" y="74"/>
                      <a:pt x="102" y="73"/>
                    </a:cubicBezTo>
                    <a:cubicBezTo>
                      <a:pt x="103" y="71"/>
                      <a:pt x="104" y="68"/>
                      <a:pt x="104" y="65"/>
                    </a:cubicBezTo>
                    <a:cubicBezTo>
                      <a:pt x="104" y="64"/>
                      <a:pt x="104" y="64"/>
                      <a:pt x="105" y="64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57"/>
                      <a:pt x="113" y="57"/>
                      <a:pt x="113" y="57"/>
                    </a:cubicBezTo>
                    <a:lnTo>
                      <a:pt x="113" y="52"/>
                    </a:lnTo>
                    <a:close/>
                    <a:moveTo>
                      <a:pt x="81" y="81"/>
                    </a:moveTo>
                    <a:cubicBezTo>
                      <a:pt x="67" y="94"/>
                      <a:pt x="46" y="94"/>
                      <a:pt x="33" y="81"/>
                    </a:cubicBezTo>
                    <a:cubicBezTo>
                      <a:pt x="19" y="67"/>
                      <a:pt x="19" y="46"/>
                      <a:pt x="33" y="33"/>
                    </a:cubicBezTo>
                    <a:cubicBezTo>
                      <a:pt x="46" y="19"/>
                      <a:pt x="67" y="19"/>
                      <a:pt x="81" y="33"/>
                    </a:cubicBezTo>
                    <a:cubicBezTo>
                      <a:pt x="94" y="46"/>
                      <a:pt x="94" y="67"/>
                      <a:pt x="81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06"/>
              <p:cNvSpPr>
                <a:spLocks/>
              </p:cNvSpPr>
              <p:nvPr/>
            </p:nvSpPr>
            <p:spPr bwMode="auto">
              <a:xfrm>
                <a:off x="12466638" y="5954713"/>
                <a:ext cx="227013" cy="265113"/>
              </a:xfrm>
              <a:custGeom>
                <a:avLst/>
                <a:gdLst>
                  <a:gd name="T0" fmla="*/ 114 w 283"/>
                  <a:gd name="T1" fmla="*/ 218 h 330"/>
                  <a:gd name="T2" fmla="*/ 112 w 283"/>
                  <a:gd name="T3" fmla="*/ 37 h 330"/>
                  <a:gd name="T4" fmla="*/ 144 w 283"/>
                  <a:gd name="T5" fmla="*/ 13 h 330"/>
                  <a:gd name="T6" fmla="*/ 86 w 283"/>
                  <a:gd name="T7" fmla="*/ 0 h 330"/>
                  <a:gd name="T8" fmla="*/ 69 w 283"/>
                  <a:gd name="T9" fmla="*/ 18 h 330"/>
                  <a:gd name="T10" fmla="*/ 66 w 283"/>
                  <a:gd name="T11" fmla="*/ 19 h 330"/>
                  <a:gd name="T12" fmla="*/ 38 w 283"/>
                  <a:gd name="T13" fmla="*/ 10 h 330"/>
                  <a:gd name="T14" fmla="*/ 35 w 283"/>
                  <a:gd name="T15" fmla="*/ 11 h 330"/>
                  <a:gd name="T16" fmla="*/ 26 w 283"/>
                  <a:gd name="T17" fmla="*/ 27 h 330"/>
                  <a:gd name="T18" fmla="*/ 17 w 283"/>
                  <a:gd name="T19" fmla="*/ 43 h 330"/>
                  <a:gd name="T20" fmla="*/ 18 w 283"/>
                  <a:gd name="T21" fmla="*/ 46 h 330"/>
                  <a:gd name="T22" fmla="*/ 40 w 283"/>
                  <a:gd name="T23" fmla="*/ 65 h 330"/>
                  <a:gd name="T24" fmla="*/ 41 w 283"/>
                  <a:gd name="T25" fmla="*/ 68 h 330"/>
                  <a:gd name="T26" fmla="*/ 33 w 283"/>
                  <a:gd name="T27" fmla="*/ 100 h 330"/>
                  <a:gd name="T28" fmla="*/ 31 w 283"/>
                  <a:gd name="T29" fmla="*/ 102 h 330"/>
                  <a:gd name="T30" fmla="*/ 2 w 283"/>
                  <a:gd name="T31" fmla="*/ 108 h 330"/>
                  <a:gd name="T32" fmla="*/ 0 w 283"/>
                  <a:gd name="T33" fmla="*/ 111 h 330"/>
                  <a:gd name="T34" fmla="*/ 0 w 283"/>
                  <a:gd name="T35" fmla="*/ 129 h 330"/>
                  <a:gd name="T36" fmla="*/ 1 w 283"/>
                  <a:gd name="T37" fmla="*/ 147 h 330"/>
                  <a:gd name="T38" fmla="*/ 3 w 283"/>
                  <a:gd name="T39" fmla="*/ 150 h 330"/>
                  <a:gd name="T40" fmla="*/ 32 w 283"/>
                  <a:gd name="T41" fmla="*/ 155 h 330"/>
                  <a:gd name="T42" fmla="*/ 34 w 283"/>
                  <a:gd name="T43" fmla="*/ 157 h 330"/>
                  <a:gd name="T44" fmla="*/ 43 w 283"/>
                  <a:gd name="T45" fmla="*/ 189 h 330"/>
                  <a:gd name="T46" fmla="*/ 42 w 283"/>
                  <a:gd name="T47" fmla="*/ 192 h 330"/>
                  <a:gd name="T48" fmla="*/ 20 w 283"/>
                  <a:gd name="T49" fmla="*/ 212 h 330"/>
                  <a:gd name="T50" fmla="*/ 20 w 283"/>
                  <a:gd name="T51" fmla="*/ 215 h 330"/>
                  <a:gd name="T52" fmla="*/ 29 w 283"/>
                  <a:gd name="T53" fmla="*/ 231 h 330"/>
                  <a:gd name="T54" fmla="*/ 38 w 283"/>
                  <a:gd name="T55" fmla="*/ 246 h 330"/>
                  <a:gd name="T56" fmla="*/ 41 w 283"/>
                  <a:gd name="T57" fmla="*/ 247 h 330"/>
                  <a:gd name="T58" fmla="*/ 69 w 283"/>
                  <a:gd name="T59" fmla="*/ 237 h 330"/>
                  <a:gd name="T60" fmla="*/ 72 w 283"/>
                  <a:gd name="T61" fmla="*/ 238 h 330"/>
                  <a:gd name="T62" fmla="*/ 83 w 283"/>
                  <a:gd name="T63" fmla="*/ 250 h 330"/>
                  <a:gd name="T64" fmla="*/ 96 w 283"/>
                  <a:gd name="T65" fmla="*/ 261 h 330"/>
                  <a:gd name="T66" fmla="*/ 96 w 283"/>
                  <a:gd name="T67" fmla="*/ 264 h 330"/>
                  <a:gd name="T68" fmla="*/ 88 w 283"/>
                  <a:gd name="T69" fmla="*/ 292 h 330"/>
                  <a:gd name="T70" fmla="*/ 89 w 283"/>
                  <a:gd name="T71" fmla="*/ 295 h 330"/>
                  <a:gd name="T72" fmla="*/ 105 w 283"/>
                  <a:gd name="T73" fmla="*/ 304 h 330"/>
                  <a:gd name="T74" fmla="*/ 120 w 283"/>
                  <a:gd name="T75" fmla="*/ 313 h 330"/>
                  <a:gd name="T76" fmla="*/ 124 w 283"/>
                  <a:gd name="T77" fmla="*/ 312 h 330"/>
                  <a:gd name="T78" fmla="*/ 143 w 283"/>
                  <a:gd name="T79" fmla="*/ 290 h 330"/>
                  <a:gd name="T80" fmla="*/ 146 w 283"/>
                  <a:gd name="T81" fmla="*/ 289 h 330"/>
                  <a:gd name="T82" fmla="*/ 177 w 283"/>
                  <a:gd name="T83" fmla="*/ 297 h 330"/>
                  <a:gd name="T84" fmla="*/ 180 w 283"/>
                  <a:gd name="T85" fmla="*/ 299 h 330"/>
                  <a:gd name="T86" fmla="*/ 186 w 283"/>
                  <a:gd name="T87" fmla="*/ 328 h 330"/>
                  <a:gd name="T88" fmla="*/ 189 w 283"/>
                  <a:gd name="T89" fmla="*/ 330 h 330"/>
                  <a:gd name="T90" fmla="*/ 207 w 283"/>
                  <a:gd name="T91" fmla="*/ 330 h 330"/>
                  <a:gd name="T92" fmla="*/ 225 w 283"/>
                  <a:gd name="T93" fmla="*/ 330 h 330"/>
                  <a:gd name="T94" fmla="*/ 227 w 283"/>
                  <a:gd name="T95" fmla="*/ 327 h 330"/>
                  <a:gd name="T96" fmla="*/ 233 w 283"/>
                  <a:gd name="T97" fmla="*/ 299 h 330"/>
                  <a:gd name="T98" fmla="*/ 235 w 283"/>
                  <a:gd name="T99" fmla="*/ 296 h 330"/>
                  <a:gd name="T100" fmla="*/ 266 w 283"/>
                  <a:gd name="T101" fmla="*/ 288 h 330"/>
                  <a:gd name="T102" fmla="*/ 283 w 283"/>
                  <a:gd name="T103" fmla="*/ 228 h 330"/>
                  <a:gd name="T104" fmla="*/ 114 w 283"/>
                  <a:gd name="T105" fmla="*/ 218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3" h="330">
                    <a:moveTo>
                      <a:pt x="114" y="218"/>
                    </a:moveTo>
                    <a:cubicBezTo>
                      <a:pt x="63" y="169"/>
                      <a:pt x="62" y="88"/>
                      <a:pt x="112" y="37"/>
                    </a:cubicBezTo>
                    <a:cubicBezTo>
                      <a:pt x="122" y="27"/>
                      <a:pt x="133" y="19"/>
                      <a:pt x="144" y="13"/>
                    </a:cubicBezTo>
                    <a:cubicBezTo>
                      <a:pt x="126" y="6"/>
                      <a:pt x="106" y="1"/>
                      <a:pt x="86" y="0"/>
                    </a:cubicBezTo>
                    <a:cubicBezTo>
                      <a:pt x="80" y="6"/>
                      <a:pt x="74" y="12"/>
                      <a:pt x="69" y="18"/>
                    </a:cubicBezTo>
                    <a:cubicBezTo>
                      <a:pt x="68" y="19"/>
                      <a:pt x="67" y="19"/>
                      <a:pt x="66" y="19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37" y="10"/>
                      <a:pt x="36" y="10"/>
                      <a:pt x="35" y="11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4"/>
                      <a:pt x="17" y="45"/>
                      <a:pt x="18" y="46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1" y="66"/>
                      <a:pt x="41" y="67"/>
                      <a:pt x="41" y="68"/>
                    </a:cubicBezTo>
                    <a:cubicBezTo>
                      <a:pt x="37" y="78"/>
                      <a:pt x="35" y="89"/>
                      <a:pt x="33" y="100"/>
                    </a:cubicBezTo>
                    <a:cubicBezTo>
                      <a:pt x="33" y="101"/>
                      <a:pt x="32" y="102"/>
                      <a:pt x="31" y="102"/>
                    </a:cubicBezTo>
                    <a:cubicBezTo>
                      <a:pt x="2" y="108"/>
                      <a:pt x="2" y="108"/>
                      <a:pt x="2" y="108"/>
                    </a:cubicBezTo>
                    <a:cubicBezTo>
                      <a:pt x="1" y="109"/>
                      <a:pt x="0" y="110"/>
                      <a:pt x="0" y="111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1" y="147"/>
                      <a:pt x="1" y="147"/>
                      <a:pt x="1" y="147"/>
                    </a:cubicBezTo>
                    <a:cubicBezTo>
                      <a:pt x="1" y="148"/>
                      <a:pt x="2" y="149"/>
                      <a:pt x="3" y="150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33" y="155"/>
                      <a:pt x="34" y="156"/>
                      <a:pt x="34" y="157"/>
                    </a:cubicBezTo>
                    <a:cubicBezTo>
                      <a:pt x="36" y="168"/>
                      <a:pt x="39" y="179"/>
                      <a:pt x="43" y="189"/>
                    </a:cubicBezTo>
                    <a:cubicBezTo>
                      <a:pt x="43" y="190"/>
                      <a:pt x="43" y="191"/>
                      <a:pt x="42" y="192"/>
                    </a:cubicBezTo>
                    <a:cubicBezTo>
                      <a:pt x="20" y="212"/>
                      <a:pt x="20" y="212"/>
                      <a:pt x="20" y="212"/>
                    </a:cubicBezTo>
                    <a:cubicBezTo>
                      <a:pt x="19" y="213"/>
                      <a:pt x="19" y="214"/>
                      <a:pt x="20" y="215"/>
                    </a:cubicBezTo>
                    <a:cubicBezTo>
                      <a:pt x="29" y="231"/>
                      <a:pt x="29" y="231"/>
                      <a:pt x="29" y="231"/>
                    </a:cubicBezTo>
                    <a:cubicBezTo>
                      <a:pt x="38" y="246"/>
                      <a:pt x="38" y="246"/>
                      <a:pt x="38" y="246"/>
                    </a:cubicBezTo>
                    <a:cubicBezTo>
                      <a:pt x="39" y="247"/>
                      <a:pt x="40" y="248"/>
                      <a:pt x="41" y="247"/>
                    </a:cubicBezTo>
                    <a:cubicBezTo>
                      <a:pt x="69" y="237"/>
                      <a:pt x="69" y="237"/>
                      <a:pt x="69" y="237"/>
                    </a:cubicBezTo>
                    <a:cubicBezTo>
                      <a:pt x="70" y="237"/>
                      <a:pt x="71" y="237"/>
                      <a:pt x="72" y="238"/>
                    </a:cubicBezTo>
                    <a:cubicBezTo>
                      <a:pt x="76" y="242"/>
                      <a:pt x="79" y="246"/>
                      <a:pt x="83" y="250"/>
                    </a:cubicBezTo>
                    <a:cubicBezTo>
                      <a:pt x="87" y="254"/>
                      <a:pt x="91" y="258"/>
                      <a:pt x="96" y="261"/>
                    </a:cubicBezTo>
                    <a:cubicBezTo>
                      <a:pt x="96" y="262"/>
                      <a:pt x="97" y="263"/>
                      <a:pt x="96" y="264"/>
                    </a:cubicBezTo>
                    <a:cubicBezTo>
                      <a:pt x="88" y="292"/>
                      <a:pt x="88" y="292"/>
                      <a:pt x="88" y="292"/>
                    </a:cubicBezTo>
                    <a:cubicBezTo>
                      <a:pt x="87" y="293"/>
                      <a:pt x="88" y="295"/>
                      <a:pt x="89" y="295"/>
                    </a:cubicBezTo>
                    <a:cubicBezTo>
                      <a:pt x="105" y="304"/>
                      <a:pt x="105" y="304"/>
                      <a:pt x="105" y="304"/>
                    </a:cubicBezTo>
                    <a:cubicBezTo>
                      <a:pt x="120" y="313"/>
                      <a:pt x="120" y="313"/>
                      <a:pt x="120" y="313"/>
                    </a:cubicBezTo>
                    <a:cubicBezTo>
                      <a:pt x="121" y="313"/>
                      <a:pt x="123" y="313"/>
                      <a:pt x="124" y="312"/>
                    </a:cubicBezTo>
                    <a:cubicBezTo>
                      <a:pt x="143" y="290"/>
                      <a:pt x="143" y="290"/>
                      <a:pt x="143" y="290"/>
                    </a:cubicBezTo>
                    <a:cubicBezTo>
                      <a:pt x="143" y="289"/>
                      <a:pt x="145" y="289"/>
                      <a:pt x="146" y="289"/>
                    </a:cubicBezTo>
                    <a:cubicBezTo>
                      <a:pt x="156" y="293"/>
                      <a:pt x="167" y="296"/>
                      <a:pt x="177" y="297"/>
                    </a:cubicBezTo>
                    <a:cubicBezTo>
                      <a:pt x="179" y="297"/>
                      <a:pt x="179" y="298"/>
                      <a:pt x="180" y="299"/>
                    </a:cubicBezTo>
                    <a:cubicBezTo>
                      <a:pt x="186" y="328"/>
                      <a:pt x="186" y="328"/>
                      <a:pt x="186" y="328"/>
                    </a:cubicBezTo>
                    <a:cubicBezTo>
                      <a:pt x="186" y="329"/>
                      <a:pt x="187" y="330"/>
                      <a:pt x="189" y="330"/>
                    </a:cubicBezTo>
                    <a:cubicBezTo>
                      <a:pt x="207" y="330"/>
                      <a:pt x="207" y="330"/>
                      <a:pt x="207" y="330"/>
                    </a:cubicBezTo>
                    <a:cubicBezTo>
                      <a:pt x="225" y="330"/>
                      <a:pt x="225" y="330"/>
                      <a:pt x="225" y="330"/>
                    </a:cubicBezTo>
                    <a:cubicBezTo>
                      <a:pt x="226" y="330"/>
                      <a:pt x="227" y="329"/>
                      <a:pt x="227" y="327"/>
                    </a:cubicBezTo>
                    <a:cubicBezTo>
                      <a:pt x="233" y="299"/>
                      <a:pt x="233" y="299"/>
                      <a:pt x="233" y="299"/>
                    </a:cubicBezTo>
                    <a:cubicBezTo>
                      <a:pt x="233" y="297"/>
                      <a:pt x="234" y="297"/>
                      <a:pt x="235" y="296"/>
                    </a:cubicBezTo>
                    <a:cubicBezTo>
                      <a:pt x="245" y="295"/>
                      <a:pt x="256" y="292"/>
                      <a:pt x="266" y="288"/>
                    </a:cubicBezTo>
                    <a:cubicBezTo>
                      <a:pt x="274" y="268"/>
                      <a:pt x="281" y="249"/>
                      <a:pt x="283" y="228"/>
                    </a:cubicBezTo>
                    <a:cubicBezTo>
                      <a:pt x="233" y="267"/>
                      <a:pt x="161" y="264"/>
                      <a:pt x="114" y="2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07"/>
              <p:cNvSpPr>
                <a:spLocks/>
              </p:cNvSpPr>
              <p:nvPr/>
            </p:nvSpPr>
            <p:spPr bwMode="auto">
              <a:xfrm>
                <a:off x="12352338" y="6103938"/>
                <a:ext cx="147638" cy="203200"/>
              </a:xfrm>
              <a:custGeom>
                <a:avLst/>
                <a:gdLst>
                  <a:gd name="T0" fmla="*/ 40 w 184"/>
                  <a:gd name="T1" fmla="*/ 49 h 253"/>
                  <a:gd name="T2" fmla="*/ 80 w 184"/>
                  <a:gd name="T3" fmla="*/ 210 h 253"/>
                  <a:gd name="T4" fmla="*/ 101 w 184"/>
                  <a:gd name="T5" fmla="*/ 253 h 253"/>
                  <a:gd name="T6" fmla="*/ 115 w 184"/>
                  <a:gd name="T7" fmla="*/ 248 h 253"/>
                  <a:gd name="T8" fmla="*/ 112 w 184"/>
                  <a:gd name="T9" fmla="*/ 227 h 253"/>
                  <a:gd name="T10" fmla="*/ 129 w 184"/>
                  <a:gd name="T11" fmla="*/ 212 h 253"/>
                  <a:gd name="T12" fmla="*/ 148 w 184"/>
                  <a:gd name="T13" fmla="*/ 220 h 253"/>
                  <a:gd name="T14" fmla="*/ 157 w 184"/>
                  <a:gd name="T15" fmla="*/ 210 h 253"/>
                  <a:gd name="T16" fmla="*/ 164 w 184"/>
                  <a:gd name="T17" fmla="*/ 199 h 253"/>
                  <a:gd name="T18" fmla="*/ 151 w 184"/>
                  <a:gd name="T19" fmla="*/ 182 h 253"/>
                  <a:gd name="T20" fmla="*/ 161 w 184"/>
                  <a:gd name="T21" fmla="*/ 162 h 253"/>
                  <a:gd name="T22" fmla="*/ 181 w 184"/>
                  <a:gd name="T23" fmla="*/ 158 h 253"/>
                  <a:gd name="T24" fmla="*/ 184 w 184"/>
                  <a:gd name="T25" fmla="*/ 135 h 253"/>
                  <a:gd name="T26" fmla="*/ 164 w 184"/>
                  <a:gd name="T27" fmla="*/ 127 h 253"/>
                  <a:gd name="T28" fmla="*/ 160 w 184"/>
                  <a:gd name="T29" fmla="*/ 105 h 253"/>
                  <a:gd name="T30" fmla="*/ 177 w 184"/>
                  <a:gd name="T31" fmla="*/ 92 h 253"/>
                  <a:gd name="T32" fmla="*/ 173 w 184"/>
                  <a:gd name="T33" fmla="*/ 80 h 253"/>
                  <a:gd name="T34" fmla="*/ 166 w 184"/>
                  <a:gd name="T35" fmla="*/ 68 h 253"/>
                  <a:gd name="T36" fmla="*/ 146 w 184"/>
                  <a:gd name="T37" fmla="*/ 71 h 253"/>
                  <a:gd name="T38" fmla="*/ 132 w 184"/>
                  <a:gd name="T39" fmla="*/ 52 h 253"/>
                  <a:gd name="T40" fmla="*/ 140 w 184"/>
                  <a:gd name="T41" fmla="*/ 33 h 253"/>
                  <a:gd name="T42" fmla="*/ 121 w 184"/>
                  <a:gd name="T43" fmla="*/ 19 h 253"/>
                  <a:gd name="T44" fmla="*/ 105 w 184"/>
                  <a:gd name="T45" fmla="*/ 32 h 253"/>
                  <a:gd name="T46" fmla="*/ 83 w 184"/>
                  <a:gd name="T47" fmla="*/ 24 h 253"/>
                  <a:gd name="T48" fmla="*/ 80 w 184"/>
                  <a:gd name="T49" fmla="*/ 4 h 253"/>
                  <a:gd name="T50" fmla="*/ 67 w 184"/>
                  <a:gd name="T51" fmla="*/ 1 h 253"/>
                  <a:gd name="T52" fmla="*/ 54 w 184"/>
                  <a:gd name="T53" fmla="*/ 1 h 253"/>
                  <a:gd name="T54" fmla="*/ 46 w 184"/>
                  <a:gd name="T55" fmla="*/ 20 h 253"/>
                  <a:gd name="T56" fmla="*/ 25 w 184"/>
                  <a:gd name="T57" fmla="*/ 23 h 253"/>
                  <a:gd name="T58" fmla="*/ 13 w 184"/>
                  <a:gd name="T59" fmla="*/ 7 h 253"/>
                  <a:gd name="T60" fmla="*/ 0 w 184"/>
                  <a:gd name="T61" fmla="*/ 11 h 253"/>
                  <a:gd name="T62" fmla="*/ 4 w 184"/>
                  <a:gd name="T63" fmla="*/ 64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4" h="253">
                    <a:moveTo>
                      <a:pt x="4" y="64"/>
                    </a:moveTo>
                    <a:cubicBezTo>
                      <a:pt x="15" y="56"/>
                      <a:pt x="27" y="51"/>
                      <a:pt x="40" y="49"/>
                    </a:cubicBezTo>
                    <a:cubicBezTo>
                      <a:pt x="85" y="43"/>
                      <a:pt x="127" y="74"/>
                      <a:pt x="134" y="120"/>
                    </a:cubicBezTo>
                    <a:cubicBezTo>
                      <a:pt x="140" y="159"/>
                      <a:pt x="116" y="197"/>
                      <a:pt x="80" y="210"/>
                    </a:cubicBezTo>
                    <a:cubicBezTo>
                      <a:pt x="87" y="223"/>
                      <a:pt x="94" y="236"/>
                      <a:pt x="100" y="250"/>
                    </a:cubicBezTo>
                    <a:cubicBezTo>
                      <a:pt x="101" y="251"/>
                      <a:pt x="101" y="252"/>
                      <a:pt x="101" y="253"/>
                    </a:cubicBezTo>
                    <a:cubicBezTo>
                      <a:pt x="104" y="252"/>
                      <a:pt x="104" y="252"/>
                      <a:pt x="104" y="252"/>
                    </a:cubicBezTo>
                    <a:cubicBezTo>
                      <a:pt x="115" y="248"/>
                      <a:pt x="115" y="248"/>
                      <a:pt x="115" y="248"/>
                    </a:cubicBezTo>
                    <a:cubicBezTo>
                      <a:pt x="115" y="247"/>
                      <a:pt x="116" y="246"/>
                      <a:pt x="116" y="246"/>
                    </a:cubicBezTo>
                    <a:cubicBezTo>
                      <a:pt x="112" y="227"/>
                      <a:pt x="112" y="227"/>
                      <a:pt x="112" y="227"/>
                    </a:cubicBezTo>
                    <a:cubicBezTo>
                      <a:pt x="112" y="226"/>
                      <a:pt x="112" y="226"/>
                      <a:pt x="112" y="225"/>
                    </a:cubicBezTo>
                    <a:cubicBezTo>
                      <a:pt x="118" y="222"/>
                      <a:pt x="124" y="217"/>
                      <a:pt x="129" y="212"/>
                    </a:cubicBezTo>
                    <a:cubicBezTo>
                      <a:pt x="130" y="212"/>
                      <a:pt x="130" y="212"/>
                      <a:pt x="131" y="212"/>
                    </a:cubicBezTo>
                    <a:cubicBezTo>
                      <a:pt x="148" y="220"/>
                      <a:pt x="148" y="220"/>
                      <a:pt x="148" y="220"/>
                    </a:cubicBezTo>
                    <a:cubicBezTo>
                      <a:pt x="149" y="220"/>
                      <a:pt x="150" y="220"/>
                      <a:pt x="150" y="219"/>
                    </a:cubicBezTo>
                    <a:cubicBezTo>
                      <a:pt x="157" y="210"/>
                      <a:pt x="157" y="210"/>
                      <a:pt x="157" y="210"/>
                    </a:cubicBezTo>
                    <a:cubicBezTo>
                      <a:pt x="164" y="201"/>
                      <a:pt x="164" y="201"/>
                      <a:pt x="164" y="201"/>
                    </a:cubicBezTo>
                    <a:cubicBezTo>
                      <a:pt x="165" y="200"/>
                      <a:pt x="165" y="199"/>
                      <a:pt x="164" y="199"/>
                    </a:cubicBezTo>
                    <a:cubicBezTo>
                      <a:pt x="151" y="184"/>
                      <a:pt x="151" y="184"/>
                      <a:pt x="151" y="184"/>
                    </a:cubicBezTo>
                    <a:cubicBezTo>
                      <a:pt x="151" y="184"/>
                      <a:pt x="151" y="183"/>
                      <a:pt x="151" y="182"/>
                    </a:cubicBezTo>
                    <a:cubicBezTo>
                      <a:pt x="154" y="176"/>
                      <a:pt x="157" y="169"/>
                      <a:pt x="159" y="163"/>
                    </a:cubicBezTo>
                    <a:cubicBezTo>
                      <a:pt x="159" y="162"/>
                      <a:pt x="160" y="162"/>
                      <a:pt x="161" y="162"/>
                    </a:cubicBezTo>
                    <a:cubicBezTo>
                      <a:pt x="179" y="160"/>
                      <a:pt x="179" y="160"/>
                      <a:pt x="179" y="160"/>
                    </a:cubicBezTo>
                    <a:cubicBezTo>
                      <a:pt x="180" y="160"/>
                      <a:pt x="181" y="159"/>
                      <a:pt x="181" y="158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4" y="135"/>
                      <a:pt x="184" y="135"/>
                      <a:pt x="184" y="135"/>
                    </a:cubicBezTo>
                    <a:cubicBezTo>
                      <a:pt x="184" y="134"/>
                      <a:pt x="183" y="134"/>
                      <a:pt x="183" y="133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3" y="127"/>
                      <a:pt x="163" y="126"/>
                    </a:cubicBezTo>
                    <a:cubicBezTo>
                      <a:pt x="163" y="119"/>
                      <a:pt x="162" y="112"/>
                      <a:pt x="160" y="105"/>
                    </a:cubicBezTo>
                    <a:cubicBezTo>
                      <a:pt x="160" y="104"/>
                      <a:pt x="160" y="104"/>
                      <a:pt x="161" y="103"/>
                    </a:cubicBezTo>
                    <a:cubicBezTo>
                      <a:pt x="177" y="92"/>
                      <a:pt x="177" y="92"/>
                      <a:pt x="177" y="92"/>
                    </a:cubicBezTo>
                    <a:cubicBezTo>
                      <a:pt x="177" y="92"/>
                      <a:pt x="177" y="91"/>
                      <a:pt x="177" y="90"/>
                    </a:cubicBezTo>
                    <a:cubicBezTo>
                      <a:pt x="173" y="80"/>
                      <a:pt x="173" y="80"/>
                      <a:pt x="173" y="80"/>
                    </a:cubicBezTo>
                    <a:cubicBezTo>
                      <a:pt x="168" y="69"/>
                      <a:pt x="168" y="69"/>
                      <a:pt x="168" y="69"/>
                    </a:cubicBezTo>
                    <a:cubicBezTo>
                      <a:pt x="168" y="68"/>
                      <a:pt x="167" y="68"/>
                      <a:pt x="166" y="68"/>
                    </a:cubicBezTo>
                    <a:cubicBezTo>
                      <a:pt x="147" y="72"/>
                      <a:pt x="147" y="72"/>
                      <a:pt x="147" y="72"/>
                    </a:cubicBezTo>
                    <a:cubicBezTo>
                      <a:pt x="147" y="72"/>
                      <a:pt x="146" y="72"/>
                      <a:pt x="146" y="71"/>
                    </a:cubicBezTo>
                    <a:cubicBezTo>
                      <a:pt x="142" y="65"/>
                      <a:pt x="137" y="60"/>
                      <a:pt x="132" y="54"/>
                    </a:cubicBezTo>
                    <a:cubicBezTo>
                      <a:pt x="132" y="54"/>
                      <a:pt x="132" y="53"/>
                      <a:pt x="132" y="52"/>
                    </a:cubicBezTo>
                    <a:cubicBezTo>
                      <a:pt x="140" y="35"/>
                      <a:pt x="140" y="35"/>
                      <a:pt x="140" y="35"/>
                    </a:cubicBezTo>
                    <a:cubicBezTo>
                      <a:pt x="141" y="34"/>
                      <a:pt x="140" y="34"/>
                      <a:pt x="140" y="33"/>
                    </a:cubicBezTo>
                    <a:cubicBezTo>
                      <a:pt x="130" y="26"/>
                      <a:pt x="130" y="26"/>
                      <a:pt x="130" y="26"/>
                    </a:cubicBezTo>
                    <a:cubicBezTo>
                      <a:pt x="121" y="19"/>
                      <a:pt x="121" y="19"/>
                      <a:pt x="121" y="19"/>
                    </a:cubicBezTo>
                    <a:cubicBezTo>
                      <a:pt x="120" y="19"/>
                      <a:pt x="120" y="19"/>
                      <a:pt x="119" y="19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3" y="33"/>
                      <a:pt x="103" y="32"/>
                    </a:cubicBezTo>
                    <a:cubicBezTo>
                      <a:pt x="96" y="29"/>
                      <a:pt x="90" y="26"/>
                      <a:pt x="83" y="24"/>
                    </a:cubicBezTo>
                    <a:cubicBezTo>
                      <a:pt x="82" y="24"/>
                      <a:pt x="82" y="24"/>
                      <a:pt x="82" y="23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3"/>
                      <a:pt x="80" y="2"/>
                      <a:pt x="79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4" y="0"/>
                      <a:pt x="54" y="1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8" y="20"/>
                      <a:pt x="47" y="20"/>
                      <a:pt x="46" y="20"/>
                    </a:cubicBezTo>
                    <a:cubicBezTo>
                      <a:pt x="43" y="20"/>
                      <a:pt x="39" y="21"/>
                      <a:pt x="36" y="21"/>
                    </a:cubicBezTo>
                    <a:cubicBezTo>
                      <a:pt x="32" y="22"/>
                      <a:pt x="29" y="22"/>
                      <a:pt x="25" y="23"/>
                    </a:cubicBezTo>
                    <a:cubicBezTo>
                      <a:pt x="25" y="23"/>
                      <a:pt x="24" y="23"/>
                      <a:pt x="24" y="22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6"/>
                      <a:pt x="11" y="6"/>
                      <a:pt x="11" y="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6"/>
                      <a:pt x="0" y="20"/>
                      <a:pt x="0" y="25"/>
                    </a:cubicBezTo>
                    <a:cubicBezTo>
                      <a:pt x="0" y="39"/>
                      <a:pt x="1" y="51"/>
                      <a:pt x="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108"/>
              <p:cNvSpPr>
                <a:spLocks/>
              </p:cNvSpPr>
              <p:nvPr/>
            </p:nvSpPr>
            <p:spPr bwMode="auto">
              <a:xfrm>
                <a:off x="12317413" y="5919788"/>
                <a:ext cx="411163" cy="479425"/>
              </a:xfrm>
              <a:custGeom>
                <a:avLst/>
                <a:gdLst>
                  <a:gd name="T0" fmla="*/ 256 w 512"/>
                  <a:gd name="T1" fmla="*/ 0 h 599"/>
                  <a:gd name="T2" fmla="*/ 0 w 512"/>
                  <a:gd name="T3" fmla="*/ 256 h 599"/>
                  <a:gd name="T4" fmla="*/ 61 w 512"/>
                  <a:gd name="T5" fmla="*/ 421 h 599"/>
                  <a:gd name="T6" fmla="*/ 104 w 512"/>
                  <a:gd name="T7" fmla="*/ 498 h 599"/>
                  <a:gd name="T8" fmla="*/ 125 w 512"/>
                  <a:gd name="T9" fmla="*/ 507 h 599"/>
                  <a:gd name="T10" fmla="*/ 134 w 512"/>
                  <a:gd name="T11" fmla="*/ 485 h 599"/>
                  <a:gd name="T12" fmla="*/ 89 w 512"/>
                  <a:gd name="T13" fmla="*/ 403 h 599"/>
                  <a:gd name="T14" fmla="*/ 33 w 512"/>
                  <a:gd name="T15" fmla="*/ 256 h 599"/>
                  <a:gd name="T16" fmla="*/ 256 w 512"/>
                  <a:gd name="T17" fmla="*/ 33 h 599"/>
                  <a:gd name="T18" fmla="*/ 479 w 512"/>
                  <a:gd name="T19" fmla="*/ 256 h 599"/>
                  <a:gd name="T20" fmla="*/ 422 w 512"/>
                  <a:gd name="T21" fmla="*/ 403 h 599"/>
                  <a:gd name="T22" fmla="*/ 352 w 512"/>
                  <a:gd name="T23" fmla="*/ 581 h 599"/>
                  <a:gd name="T24" fmla="*/ 367 w 512"/>
                  <a:gd name="T25" fmla="*/ 599 h 599"/>
                  <a:gd name="T26" fmla="*/ 368 w 512"/>
                  <a:gd name="T27" fmla="*/ 599 h 599"/>
                  <a:gd name="T28" fmla="*/ 385 w 512"/>
                  <a:gd name="T29" fmla="*/ 584 h 599"/>
                  <a:gd name="T30" fmla="*/ 451 w 512"/>
                  <a:gd name="T31" fmla="*/ 421 h 599"/>
                  <a:gd name="T32" fmla="*/ 512 w 512"/>
                  <a:gd name="T33" fmla="*/ 256 h 599"/>
                  <a:gd name="T34" fmla="*/ 256 w 512"/>
                  <a:gd name="T35" fmla="*/ 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12" h="599">
                    <a:moveTo>
                      <a:pt x="256" y="0"/>
                    </a:moveTo>
                    <a:cubicBezTo>
                      <a:pt x="114" y="0"/>
                      <a:pt x="0" y="115"/>
                      <a:pt x="0" y="256"/>
                    </a:cubicBezTo>
                    <a:cubicBezTo>
                      <a:pt x="0" y="320"/>
                      <a:pt x="29" y="369"/>
                      <a:pt x="61" y="421"/>
                    </a:cubicBezTo>
                    <a:cubicBezTo>
                      <a:pt x="76" y="445"/>
                      <a:pt x="91" y="471"/>
                      <a:pt x="104" y="498"/>
                    </a:cubicBezTo>
                    <a:cubicBezTo>
                      <a:pt x="107" y="507"/>
                      <a:pt x="117" y="511"/>
                      <a:pt x="125" y="507"/>
                    </a:cubicBezTo>
                    <a:cubicBezTo>
                      <a:pt x="134" y="503"/>
                      <a:pt x="138" y="493"/>
                      <a:pt x="134" y="485"/>
                    </a:cubicBezTo>
                    <a:cubicBezTo>
                      <a:pt x="121" y="456"/>
                      <a:pt x="105" y="429"/>
                      <a:pt x="89" y="403"/>
                    </a:cubicBezTo>
                    <a:cubicBezTo>
                      <a:pt x="60" y="356"/>
                      <a:pt x="33" y="311"/>
                      <a:pt x="33" y="256"/>
                    </a:cubicBezTo>
                    <a:cubicBezTo>
                      <a:pt x="33" y="133"/>
                      <a:pt x="133" y="33"/>
                      <a:pt x="256" y="33"/>
                    </a:cubicBezTo>
                    <a:cubicBezTo>
                      <a:pt x="379" y="33"/>
                      <a:pt x="479" y="133"/>
                      <a:pt x="479" y="256"/>
                    </a:cubicBezTo>
                    <a:cubicBezTo>
                      <a:pt x="479" y="311"/>
                      <a:pt x="451" y="356"/>
                      <a:pt x="422" y="403"/>
                    </a:cubicBezTo>
                    <a:cubicBezTo>
                      <a:pt x="392" y="452"/>
                      <a:pt x="358" y="508"/>
                      <a:pt x="352" y="581"/>
                    </a:cubicBezTo>
                    <a:cubicBezTo>
                      <a:pt x="351" y="590"/>
                      <a:pt x="358" y="598"/>
                      <a:pt x="367" y="599"/>
                    </a:cubicBezTo>
                    <a:cubicBezTo>
                      <a:pt x="367" y="599"/>
                      <a:pt x="368" y="599"/>
                      <a:pt x="368" y="599"/>
                    </a:cubicBezTo>
                    <a:cubicBezTo>
                      <a:pt x="377" y="599"/>
                      <a:pt x="384" y="592"/>
                      <a:pt x="385" y="584"/>
                    </a:cubicBezTo>
                    <a:cubicBezTo>
                      <a:pt x="391" y="519"/>
                      <a:pt x="421" y="469"/>
                      <a:pt x="451" y="421"/>
                    </a:cubicBezTo>
                    <a:cubicBezTo>
                      <a:pt x="482" y="369"/>
                      <a:pt x="512" y="320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109"/>
              <p:cNvSpPr>
                <a:spLocks/>
              </p:cNvSpPr>
              <p:nvPr/>
            </p:nvSpPr>
            <p:spPr bwMode="auto">
              <a:xfrm>
                <a:off x="12425363" y="6419850"/>
                <a:ext cx="207963" cy="49213"/>
              </a:xfrm>
              <a:custGeom>
                <a:avLst/>
                <a:gdLst>
                  <a:gd name="T0" fmla="*/ 18 w 259"/>
                  <a:gd name="T1" fmla="*/ 62 h 62"/>
                  <a:gd name="T2" fmla="*/ 1 w 259"/>
                  <a:gd name="T3" fmla="*/ 47 h 62"/>
                  <a:gd name="T4" fmla="*/ 16 w 259"/>
                  <a:gd name="T5" fmla="*/ 29 h 62"/>
                  <a:gd name="T6" fmla="*/ 240 w 259"/>
                  <a:gd name="T7" fmla="*/ 1 h 62"/>
                  <a:gd name="T8" fmla="*/ 258 w 259"/>
                  <a:gd name="T9" fmla="*/ 16 h 62"/>
                  <a:gd name="T10" fmla="*/ 244 w 259"/>
                  <a:gd name="T11" fmla="*/ 34 h 62"/>
                  <a:gd name="T12" fmla="*/ 20 w 259"/>
                  <a:gd name="T13" fmla="*/ 62 h 62"/>
                  <a:gd name="T14" fmla="*/ 18 w 259"/>
                  <a:gd name="T15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9" h="62">
                    <a:moveTo>
                      <a:pt x="18" y="62"/>
                    </a:moveTo>
                    <a:cubicBezTo>
                      <a:pt x="10" y="62"/>
                      <a:pt x="2" y="56"/>
                      <a:pt x="1" y="47"/>
                    </a:cubicBezTo>
                    <a:cubicBezTo>
                      <a:pt x="0" y="38"/>
                      <a:pt x="7" y="30"/>
                      <a:pt x="16" y="29"/>
                    </a:cubicBezTo>
                    <a:cubicBezTo>
                      <a:pt x="240" y="1"/>
                      <a:pt x="240" y="1"/>
                      <a:pt x="240" y="1"/>
                    </a:cubicBezTo>
                    <a:cubicBezTo>
                      <a:pt x="249" y="0"/>
                      <a:pt x="257" y="7"/>
                      <a:pt x="258" y="16"/>
                    </a:cubicBezTo>
                    <a:cubicBezTo>
                      <a:pt x="259" y="25"/>
                      <a:pt x="253" y="33"/>
                      <a:pt x="244" y="3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2"/>
                      <a:pt x="18" y="62"/>
                      <a:pt x="18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10"/>
              <p:cNvSpPr>
                <a:spLocks/>
              </p:cNvSpPr>
              <p:nvPr/>
            </p:nvSpPr>
            <p:spPr bwMode="auto">
              <a:xfrm>
                <a:off x="12431713" y="6465888"/>
                <a:ext cx="207963" cy="49213"/>
              </a:xfrm>
              <a:custGeom>
                <a:avLst/>
                <a:gdLst>
                  <a:gd name="T0" fmla="*/ 18 w 259"/>
                  <a:gd name="T1" fmla="*/ 61 h 61"/>
                  <a:gd name="T2" fmla="*/ 2 w 259"/>
                  <a:gd name="T3" fmla="*/ 47 h 61"/>
                  <a:gd name="T4" fmla="*/ 16 w 259"/>
                  <a:gd name="T5" fmla="*/ 28 h 61"/>
                  <a:gd name="T6" fmla="*/ 240 w 259"/>
                  <a:gd name="T7" fmla="*/ 1 h 61"/>
                  <a:gd name="T8" fmla="*/ 258 w 259"/>
                  <a:gd name="T9" fmla="*/ 15 h 61"/>
                  <a:gd name="T10" fmla="*/ 244 w 259"/>
                  <a:gd name="T11" fmla="*/ 34 h 61"/>
                  <a:gd name="T12" fmla="*/ 20 w 259"/>
                  <a:gd name="T13" fmla="*/ 61 h 61"/>
                  <a:gd name="T14" fmla="*/ 18 w 259"/>
                  <a:gd name="T1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9" h="61">
                    <a:moveTo>
                      <a:pt x="18" y="61"/>
                    </a:moveTo>
                    <a:cubicBezTo>
                      <a:pt x="10" y="61"/>
                      <a:pt x="3" y="55"/>
                      <a:pt x="2" y="47"/>
                    </a:cubicBezTo>
                    <a:cubicBezTo>
                      <a:pt x="0" y="38"/>
                      <a:pt x="7" y="29"/>
                      <a:pt x="16" y="28"/>
                    </a:cubicBezTo>
                    <a:cubicBezTo>
                      <a:pt x="240" y="1"/>
                      <a:pt x="240" y="1"/>
                      <a:pt x="240" y="1"/>
                    </a:cubicBezTo>
                    <a:cubicBezTo>
                      <a:pt x="249" y="0"/>
                      <a:pt x="257" y="6"/>
                      <a:pt x="258" y="15"/>
                    </a:cubicBezTo>
                    <a:cubicBezTo>
                      <a:pt x="259" y="24"/>
                      <a:pt x="253" y="33"/>
                      <a:pt x="244" y="34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19" y="61"/>
                      <a:pt x="19" y="61"/>
                      <a:pt x="1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111"/>
              <p:cNvSpPr>
                <a:spLocks/>
              </p:cNvSpPr>
              <p:nvPr/>
            </p:nvSpPr>
            <p:spPr bwMode="auto">
              <a:xfrm>
                <a:off x="12420600" y="6372225"/>
                <a:ext cx="207963" cy="49213"/>
              </a:xfrm>
              <a:custGeom>
                <a:avLst/>
                <a:gdLst>
                  <a:gd name="T0" fmla="*/ 18 w 259"/>
                  <a:gd name="T1" fmla="*/ 61 h 61"/>
                  <a:gd name="T2" fmla="*/ 1 w 259"/>
                  <a:gd name="T3" fmla="*/ 47 h 61"/>
                  <a:gd name="T4" fmla="*/ 16 w 259"/>
                  <a:gd name="T5" fmla="*/ 28 h 61"/>
                  <a:gd name="T6" fmla="*/ 239 w 259"/>
                  <a:gd name="T7" fmla="*/ 1 h 61"/>
                  <a:gd name="T8" fmla="*/ 258 w 259"/>
                  <a:gd name="T9" fmla="*/ 15 h 61"/>
                  <a:gd name="T10" fmla="*/ 243 w 259"/>
                  <a:gd name="T11" fmla="*/ 34 h 61"/>
                  <a:gd name="T12" fmla="*/ 20 w 259"/>
                  <a:gd name="T13" fmla="*/ 61 h 61"/>
                  <a:gd name="T14" fmla="*/ 18 w 259"/>
                  <a:gd name="T1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9" h="61">
                    <a:moveTo>
                      <a:pt x="18" y="61"/>
                    </a:moveTo>
                    <a:cubicBezTo>
                      <a:pt x="9" y="61"/>
                      <a:pt x="2" y="55"/>
                      <a:pt x="1" y="47"/>
                    </a:cubicBezTo>
                    <a:cubicBezTo>
                      <a:pt x="0" y="38"/>
                      <a:pt x="7" y="30"/>
                      <a:pt x="16" y="28"/>
                    </a:cubicBezTo>
                    <a:cubicBezTo>
                      <a:pt x="239" y="1"/>
                      <a:pt x="239" y="1"/>
                      <a:pt x="239" y="1"/>
                    </a:cubicBezTo>
                    <a:cubicBezTo>
                      <a:pt x="248" y="0"/>
                      <a:pt x="257" y="6"/>
                      <a:pt x="258" y="15"/>
                    </a:cubicBezTo>
                    <a:cubicBezTo>
                      <a:pt x="259" y="24"/>
                      <a:pt x="252" y="33"/>
                      <a:pt x="243" y="34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19" y="61"/>
                      <a:pt x="18" y="61"/>
                      <a:pt x="1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80" name="Group 79"/>
          <p:cNvGrpSpPr/>
          <p:nvPr userDrawn="1"/>
        </p:nvGrpSpPr>
        <p:grpSpPr>
          <a:xfrm>
            <a:off x="275076" y="2372489"/>
            <a:ext cx="647142" cy="630906"/>
            <a:chOff x="161629" y="1765516"/>
            <a:chExt cx="431428" cy="430163"/>
          </a:xfrm>
          <a:solidFill>
            <a:schemeClr val="accent1"/>
          </a:solidFill>
        </p:grpSpPr>
        <p:grpSp>
          <p:nvGrpSpPr>
            <p:cNvPr id="81" name="Group 80"/>
            <p:cNvGrpSpPr/>
            <p:nvPr/>
          </p:nvGrpSpPr>
          <p:grpSpPr>
            <a:xfrm>
              <a:off x="295101" y="1838914"/>
              <a:ext cx="164482" cy="283366"/>
              <a:chOff x="12606338" y="3622675"/>
              <a:chExt cx="320675" cy="552450"/>
            </a:xfrm>
            <a:grpFill/>
          </p:grpSpPr>
          <p:sp>
            <p:nvSpPr>
              <p:cNvPr id="83" name="Freeform 580"/>
              <p:cNvSpPr>
                <a:spLocks noEditPoints="1"/>
              </p:cNvSpPr>
              <p:nvPr/>
            </p:nvSpPr>
            <p:spPr bwMode="auto">
              <a:xfrm>
                <a:off x="12606338" y="3622675"/>
                <a:ext cx="320675" cy="552450"/>
              </a:xfrm>
              <a:custGeom>
                <a:avLst/>
                <a:gdLst>
                  <a:gd name="T0" fmla="*/ 118 w 144"/>
                  <a:gd name="T1" fmla="*/ 0 h 247"/>
                  <a:gd name="T2" fmla="*/ 26 w 144"/>
                  <a:gd name="T3" fmla="*/ 0 h 247"/>
                  <a:gd name="T4" fmla="*/ 0 w 144"/>
                  <a:gd name="T5" fmla="*/ 26 h 247"/>
                  <a:gd name="T6" fmla="*/ 0 w 144"/>
                  <a:gd name="T7" fmla="*/ 34 h 247"/>
                  <a:gd name="T8" fmla="*/ 0 w 144"/>
                  <a:gd name="T9" fmla="*/ 200 h 247"/>
                  <a:gd name="T10" fmla="*/ 0 w 144"/>
                  <a:gd name="T11" fmla="*/ 221 h 247"/>
                  <a:gd name="T12" fmla="*/ 26 w 144"/>
                  <a:gd name="T13" fmla="*/ 247 h 247"/>
                  <a:gd name="T14" fmla="*/ 118 w 144"/>
                  <a:gd name="T15" fmla="*/ 247 h 247"/>
                  <a:gd name="T16" fmla="*/ 144 w 144"/>
                  <a:gd name="T17" fmla="*/ 221 h 247"/>
                  <a:gd name="T18" fmla="*/ 144 w 144"/>
                  <a:gd name="T19" fmla="*/ 200 h 247"/>
                  <a:gd name="T20" fmla="*/ 144 w 144"/>
                  <a:gd name="T21" fmla="*/ 34 h 247"/>
                  <a:gd name="T22" fmla="*/ 144 w 144"/>
                  <a:gd name="T23" fmla="*/ 26 h 247"/>
                  <a:gd name="T24" fmla="*/ 118 w 144"/>
                  <a:gd name="T25" fmla="*/ 0 h 247"/>
                  <a:gd name="T26" fmla="*/ 10 w 144"/>
                  <a:gd name="T27" fmla="*/ 44 h 247"/>
                  <a:gd name="T28" fmla="*/ 134 w 144"/>
                  <a:gd name="T29" fmla="*/ 44 h 247"/>
                  <a:gd name="T30" fmla="*/ 134 w 144"/>
                  <a:gd name="T31" fmla="*/ 190 h 247"/>
                  <a:gd name="T32" fmla="*/ 10 w 144"/>
                  <a:gd name="T33" fmla="*/ 190 h 247"/>
                  <a:gd name="T34" fmla="*/ 10 w 144"/>
                  <a:gd name="T35" fmla="*/ 44 h 247"/>
                  <a:gd name="T36" fmla="*/ 134 w 144"/>
                  <a:gd name="T37" fmla="*/ 221 h 247"/>
                  <a:gd name="T38" fmla="*/ 118 w 144"/>
                  <a:gd name="T39" fmla="*/ 237 h 247"/>
                  <a:gd name="T40" fmla="*/ 26 w 144"/>
                  <a:gd name="T41" fmla="*/ 237 h 247"/>
                  <a:gd name="T42" fmla="*/ 10 w 144"/>
                  <a:gd name="T43" fmla="*/ 221 h 247"/>
                  <a:gd name="T44" fmla="*/ 10 w 144"/>
                  <a:gd name="T45" fmla="*/ 200 h 247"/>
                  <a:gd name="T46" fmla="*/ 134 w 144"/>
                  <a:gd name="T47" fmla="*/ 200 h 247"/>
                  <a:gd name="T48" fmla="*/ 134 w 144"/>
                  <a:gd name="T49" fmla="*/ 221 h 247"/>
                  <a:gd name="T50" fmla="*/ 10 w 144"/>
                  <a:gd name="T51" fmla="*/ 34 h 247"/>
                  <a:gd name="T52" fmla="*/ 10 w 144"/>
                  <a:gd name="T53" fmla="*/ 26 h 247"/>
                  <a:gd name="T54" fmla="*/ 26 w 144"/>
                  <a:gd name="T55" fmla="*/ 10 h 247"/>
                  <a:gd name="T56" fmla="*/ 118 w 144"/>
                  <a:gd name="T57" fmla="*/ 10 h 247"/>
                  <a:gd name="T58" fmla="*/ 134 w 144"/>
                  <a:gd name="T59" fmla="*/ 26 h 247"/>
                  <a:gd name="T60" fmla="*/ 134 w 144"/>
                  <a:gd name="T61" fmla="*/ 34 h 247"/>
                  <a:gd name="T62" fmla="*/ 10 w 144"/>
                  <a:gd name="T63" fmla="*/ 34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4" h="247">
                    <a:moveTo>
                      <a:pt x="118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36"/>
                      <a:pt x="12" y="247"/>
                      <a:pt x="26" y="247"/>
                    </a:cubicBezTo>
                    <a:cubicBezTo>
                      <a:pt x="118" y="247"/>
                      <a:pt x="118" y="247"/>
                      <a:pt x="118" y="247"/>
                    </a:cubicBezTo>
                    <a:cubicBezTo>
                      <a:pt x="132" y="247"/>
                      <a:pt x="144" y="236"/>
                      <a:pt x="144" y="221"/>
                    </a:cubicBezTo>
                    <a:cubicBezTo>
                      <a:pt x="144" y="200"/>
                      <a:pt x="144" y="200"/>
                      <a:pt x="144" y="200"/>
                    </a:cubicBezTo>
                    <a:cubicBezTo>
                      <a:pt x="144" y="34"/>
                      <a:pt x="144" y="34"/>
                      <a:pt x="144" y="34"/>
                    </a:cubicBezTo>
                    <a:cubicBezTo>
                      <a:pt x="144" y="26"/>
                      <a:pt x="144" y="26"/>
                      <a:pt x="144" y="26"/>
                    </a:cubicBezTo>
                    <a:cubicBezTo>
                      <a:pt x="144" y="12"/>
                      <a:pt x="132" y="0"/>
                      <a:pt x="118" y="0"/>
                    </a:cubicBezTo>
                    <a:close/>
                    <a:moveTo>
                      <a:pt x="10" y="44"/>
                    </a:moveTo>
                    <a:cubicBezTo>
                      <a:pt x="134" y="44"/>
                      <a:pt x="134" y="44"/>
                      <a:pt x="134" y="44"/>
                    </a:cubicBezTo>
                    <a:cubicBezTo>
                      <a:pt x="134" y="190"/>
                      <a:pt x="134" y="190"/>
                      <a:pt x="134" y="190"/>
                    </a:cubicBezTo>
                    <a:cubicBezTo>
                      <a:pt x="10" y="190"/>
                      <a:pt x="10" y="190"/>
                      <a:pt x="10" y="190"/>
                    </a:cubicBezTo>
                    <a:lnTo>
                      <a:pt x="10" y="44"/>
                    </a:lnTo>
                    <a:close/>
                    <a:moveTo>
                      <a:pt x="134" y="221"/>
                    </a:moveTo>
                    <a:cubicBezTo>
                      <a:pt x="134" y="230"/>
                      <a:pt x="127" y="237"/>
                      <a:pt x="118" y="237"/>
                    </a:cubicBezTo>
                    <a:cubicBezTo>
                      <a:pt x="26" y="237"/>
                      <a:pt x="26" y="237"/>
                      <a:pt x="26" y="237"/>
                    </a:cubicBezTo>
                    <a:cubicBezTo>
                      <a:pt x="17" y="237"/>
                      <a:pt x="10" y="230"/>
                      <a:pt x="10" y="221"/>
                    </a:cubicBezTo>
                    <a:cubicBezTo>
                      <a:pt x="10" y="200"/>
                      <a:pt x="10" y="200"/>
                      <a:pt x="10" y="200"/>
                    </a:cubicBezTo>
                    <a:cubicBezTo>
                      <a:pt x="134" y="200"/>
                      <a:pt x="134" y="200"/>
                      <a:pt x="134" y="200"/>
                    </a:cubicBezTo>
                    <a:lnTo>
                      <a:pt x="134" y="221"/>
                    </a:lnTo>
                    <a:close/>
                    <a:moveTo>
                      <a:pt x="10" y="34"/>
                    </a:move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17"/>
                      <a:pt x="17" y="10"/>
                      <a:pt x="26" y="10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27" y="10"/>
                      <a:pt x="134" y="17"/>
                      <a:pt x="134" y="26"/>
                    </a:cubicBezTo>
                    <a:cubicBezTo>
                      <a:pt x="134" y="34"/>
                      <a:pt x="134" y="34"/>
                      <a:pt x="134" y="34"/>
                    </a:cubicBezTo>
                    <a:lnTo>
                      <a:pt x="1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581"/>
              <p:cNvSpPr>
                <a:spLocks noEditPoints="1"/>
              </p:cNvSpPr>
              <p:nvPr/>
            </p:nvSpPr>
            <p:spPr bwMode="auto">
              <a:xfrm>
                <a:off x="12738100" y="4081463"/>
                <a:ext cx="57150" cy="55562"/>
              </a:xfrm>
              <a:custGeom>
                <a:avLst/>
                <a:gdLst>
                  <a:gd name="T0" fmla="*/ 13 w 26"/>
                  <a:gd name="T1" fmla="*/ 25 h 25"/>
                  <a:gd name="T2" fmla="*/ 26 w 26"/>
                  <a:gd name="T3" fmla="*/ 13 h 25"/>
                  <a:gd name="T4" fmla="*/ 13 w 26"/>
                  <a:gd name="T5" fmla="*/ 0 h 25"/>
                  <a:gd name="T6" fmla="*/ 0 w 26"/>
                  <a:gd name="T7" fmla="*/ 13 h 25"/>
                  <a:gd name="T8" fmla="*/ 13 w 26"/>
                  <a:gd name="T9" fmla="*/ 25 h 25"/>
                  <a:gd name="T10" fmla="*/ 13 w 26"/>
                  <a:gd name="T11" fmla="*/ 10 h 25"/>
                  <a:gd name="T12" fmla="*/ 16 w 26"/>
                  <a:gd name="T13" fmla="*/ 13 h 25"/>
                  <a:gd name="T14" fmla="*/ 13 w 26"/>
                  <a:gd name="T15" fmla="*/ 16 h 25"/>
                  <a:gd name="T16" fmla="*/ 10 w 26"/>
                  <a:gd name="T17" fmla="*/ 13 h 25"/>
                  <a:gd name="T18" fmla="*/ 13 w 26"/>
                  <a:gd name="T19" fmla="*/ 1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25">
                    <a:moveTo>
                      <a:pt x="13" y="25"/>
                    </a:moveTo>
                    <a:cubicBezTo>
                      <a:pt x="20" y="25"/>
                      <a:pt x="26" y="20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20"/>
                      <a:pt x="6" y="25"/>
                      <a:pt x="13" y="25"/>
                    </a:cubicBezTo>
                    <a:close/>
                    <a:moveTo>
                      <a:pt x="13" y="10"/>
                    </a:moveTo>
                    <a:cubicBezTo>
                      <a:pt x="14" y="10"/>
                      <a:pt x="16" y="11"/>
                      <a:pt x="16" y="13"/>
                    </a:cubicBezTo>
                    <a:cubicBezTo>
                      <a:pt x="16" y="14"/>
                      <a:pt x="14" y="16"/>
                      <a:pt x="13" y="16"/>
                    </a:cubicBezTo>
                    <a:cubicBezTo>
                      <a:pt x="12" y="16"/>
                      <a:pt x="10" y="14"/>
                      <a:pt x="10" y="13"/>
                    </a:cubicBezTo>
                    <a:cubicBezTo>
                      <a:pt x="10" y="11"/>
                      <a:pt x="12" y="10"/>
                      <a:pt x="1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788157"/>
                <a:endParaRPr lang="en-US" sz="352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82" name="Freeform 301"/>
            <p:cNvSpPr>
              <a:spLocks noEditPoints="1"/>
            </p:cNvSpPr>
            <p:nvPr/>
          </p:nvSpPr>
          <p:spPr bwMode="auto">
            <a:xfrm>
              <a:off x="161629" y="1765516"/>
              <a:ext cx="431428" cy="430163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 sz="1173" kern="0" dirty="0">
                <a:solidFill>
                  <a:prstClr val="black"/>
                </a:solidFill>
              </a:endParaRPr>
            </a:p>
          </p:txBody>
        </p:sp>
      </p:grpSp>
      <p:sp>
        <p:nvSpPr>
          <p:cNvPr id="86" name="Text Placeholder 2"/>
          <p:cNvSpPr txBox="1">
            <a:spLocks/>
          </p:cNvSpPr>
          <p:nvPr userDrawn="1"/>
        </p:nvSpPr>
        <p:spPr>
          <a:xfrm>
            <a:off x="-12855" y="8650825"/>
            <a:ext cx="1200150" cy="796290"/>
          </a:xfrm>
          <a:prstGeom prst="rect">
            <a:avLst/>
          </a:prstGeom>
        </p:spPr>
        <p:txBody>
          <a:bodyPr anchor="b"/>
          <a:lstStyle>
            <a:lvl1pPr marL="0" indent="0" algn="ctr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8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8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73" b="1" dirty="0">
                <a:solidFill>
                  <a:prstClr val="white"/>
                </a:solidFill>
              </a:rPr>
              <a:t>RFP REF.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9334290"/>
            <a:ext cx="1188245" cy="458681"/>
          </a:xfrm>
        </p:spPr>
        <p:txBody>
          <a:bodyPr anchor="b"/>
          <a:lstStyle>
            <a:lvl1pPr algn="ctr">
              <a:defRPr sz="1173">
                <a:solidFill>
                  <a:schemeClr val="bg1"/>
                </a:solidFill>
              </a:defRPr>
            </a:lvl1pPr>
            <a:lvl2pPr algn="ctr">
              <a:defRPr sz="1173">
                <a:solidFill>
                  <a:schemeClr val="bg1"/>
                </a:solidFill>
              </a:defRPr>
            </a:lvl2pPr>
            <a:lvl3pPr algn="ctr">
              <a:defRPr sz="1173">
                <a:solidFill>
                  <a:schemeClr val="bg1"/>
                </a:solidFill>
              </a:defRPr>
            </a:lvl3pPr>
            <a:lvl4pPr algn="ctr">
              <a:defRPr sz="1173">
                <a:solidFill>
                  <a:schemeClr val="bg1"/>
                </a:solidFill>
              </a:defRPr>
            </a:lvl4pPr>
            <a:lvl5pPr algn="ctr">
              <a:defRPr sz="117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84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704851" y="3011194"/>
            <a:ext cx="14023181" cy="6227634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13159711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  <a:lvl6pPr>
              <a:tabLst>
                <a:tab pos="13159711" algn="r"/>
              </a:tabLst>
              <a:defRPr/>
            </a:lvl6pPr>
            <a:lvl7pPr>
              <a:tabLst>
                <a:tab pos="13159711" algn="r"/>
              </a:tabLst>
              <a:defRPr/>
            </a:lvl7pPr>
            <a:lvl8pPr>
              <a:tabLst>
                <a:tab pos="13159711" algn="r"/>
              </a:tabLst>
              <a:defRPr/>
            </a:lvl8pPr>
            <a:lvl9pPr>
              <a:tabLst>
                <a:tab pos="13159711" algn="r"/>
              </a:tabLst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27983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597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9076928" y="2985889"/>
            <a:ext cx="8506223" cy="6252938"/>
          </a:xfrm>
        </p:spPr>
        <p:txBody>
          <a:bodyPr/>
          <a:lstStyle/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04850" y="3011194"/>
            <a:ext cx="7887060" cy="6227634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1pPr>
            <a:lvl2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2pPr>
            <a:lvl3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3pPr>
            <a:lvl4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/>
            </a:lvl4pPr>
            <a:lvl5pPr>
              <a:lnSpc>
                <a:spcPct val="130000"/>
              </a:lnSpc>
              <a:spcAft>
                <a:spcPts val="880"/>
              </a:spcAft>
              <a:tabLst>
                <a:tab pos="9834857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327981"/>
            <a:ext cx="16878300" cy="4023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469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704850" y="3011194"/>
            <a:ext cx="16878300" cy="62276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defRPr/>
            </a:lvl1pPr>
            <a:lvl2pPr>
              <a:lnSpc>
                <a:spcPct val="130000"/>
              </a:lnSpc>
              <a:spcAft>
                <a:spcPts val="880"/>
              </a:spcAft>
              <a:defRPr/>
            </a:lvl2pPr>
            <a:lvl3pPr>
              <a:lnSpc>
                <a:spcPct val="130000"/>
              </a:lnSpc>
              <a:spcAft>
                <a:spcPts val="880"/>
              </a:spcAft>
              <a:defRPr/>
            </a:lvl3pPr>
            <a:lvl4pPr>
              <a:lnSpc>
                <a:spcPct val="130000"/>
              </a:lnSpc>
              <a:spcAft>
                <a:spcPts val="880"/>
              </a:spcAft>
              <a:defRPr/>
            </a:lvl4pPr>
            <a:lvl5pPr>
              <a:lnSpc>
                <a:spcPct val="130000"/>
              </a:lnSpc>
              <a:spcAft>
                <a:spcPts val="880"/>
              </a:spcAft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558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704850" y="3011194"/>
            <a:ext cx="16878300" cy="62276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30000"/>
              </a:lnSpc>
              <a:spcAft>
                <a:spcPts val="880"/>
              </a:spcAft>
              <a:defRPr sz="1467"/>
            </a:lvl1pPr>
            <a:lvl2pPr>
              <a:lnSpc>
                <a:spcPct val="130000"/>
              </a:lnSpc>
              <a:spcAft>
                <a:spcPts val="880"/>
              </a:spcAft>
              <a:defRPr sz="1467"/>
            </a:lvl2pPr>
            <a:lvl3pPr>
              <a:lnSpc>
                <a:spcPct val="130000"/>
              </a:lnSpc>
              <a:spcAft>
                <a:spcPts val="880"/>
              </a:spcAft>
              <a:defRPr sz="1467"/>
            </a:lvl3pPr>
            <a:lvl4pPr>
              <a:lnSpc>
                <a:spcPct val="130000"/>
              </a:lnSpc>
              <a:spcAft>
                <a:spcPts val="880"/>
              </a:spcAft>
              <a:defRPr sz="1467"/>
            </a:lvl4pPr>
            <a:lvl5pPr>
              <a:lnSpc>
                <a:spcPct val="130000"/>
              </a:lnSpc>
              <a:spcAft>
                <a:spcPts val="880"/>
              </a:spcAft>
              <a:defRPr sz="1467"/>
            </a:lvl5pPr>
            <a:lvl6pPr>
              <a:defRPr sz="3128"/>
            </a:lvl6pPr>
            <a:lvl7pPr>
              <a:defRPr sz="3128"/>
            </a:lvl7pPr>
            <a:lvl8pPr>
              <a:defRPr sz="3128"/>
            </a:lvl8pPr>
            <a:lvl9pPr>
              <a:defRPr sz="3128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843519"/>
            <a:ext cx="16878300" cy="4238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53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704850" y="1107479"/>
            <a:ext cx="16878300" cy="721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155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715170" y="2498999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9277350" y="2498999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704850" y="5962254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77350" y="5962254"/>
            <a:ext cx="8305200" cy="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152" dirty="0">
              <a:solidFill>
                <a:prstClr val="white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715170" y="2757646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9306146" y="2757644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722669" y="6242443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9306146" y="6242443"/>
            <a:ext cx="3175200" cy="2333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Drag picture to placeholder or click icon to add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261170" y="2757646"/>
            <a:ext cx="4759200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2826014" y="2757646"/>
            <a:ext cx="4756536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4203827" y="6242446"/>
            <a:ext cx="4759200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2823350" y="6242444"/>
            <a:ext cx="4759200" cy="28512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0"/>
            </a:lvl1pPr>
            <a:lvl2pPr marL="186271" indent="-186271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51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185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704850" y="1315816"/>
            <a:ext cx="16878300" cy="9356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107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89084" y="3171949"/>
            <a:ext cx="8316000" cy="2486661"/>
          </a:xfrm>
        </p:spPr>
        <p:txBody>
          <a:bodyPr/>
          <a:lstStyle>
            <a:lvl1pPr marL="0" indent="0" algn="l">
              <a:spcAft>
                <a:spcPts val="1955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9250428" y="3171949"/>
            <a:ext cx="8316000" cy="2486661"/>
          </a:xfrm>
        </p:spPr>
        <p:txBody>
          <a:bodyPr/>
          <a:lstStyle>
            <a:lvl1pPr marL="0" indent="0" algn="l">
              <a:spcAft>
                <a:spcPts val="1955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8627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0979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633321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856846" indent="-186271" algn="l">
              <a:spcAft>
                <a:spcPts val="1955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696958" indent="-344959">
              <a:spcAft>
                <a:spcPts val="1955"/>
              </a:spcAft>
              <a:buFont typeface="Verdana" panose="020B0604030504040204" pitchFamily="34" charset="0"/>
              <a:buChar char="−"/>
              <a:defRPr/>
            </a:lvl6pPr>
            <a:lvl7pPr marL="696958" indent="-344959">
              <a:spcAft>
                <a:spcPts val="1955"/>
              </a:spcAft>
              <a:defRPr/>
            </a:lvl7pPr>
            <a:lvl8pPr marL="696958" indent="-344959">
              <a:spcAft>
                <a:spcPts val="1955"/>
              </a:spcAft>
              <a:defRPr/>
            </a:lvl8pPr>
            <a:lvl9pPr marL="696958" indent="-344959">
              <a:spcAft>
                <a:spcPts val="1955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89084" y="2948262"/>
            <a:ext cx="8316000" cy="77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955"/>
              </a:spcAft>
            </a:pPr>
            <a:endParaRPr lang="en-US" sz="2152" dirty="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9235929" y="2948262"/>
            <a:ext cx="8316000" cy="77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955"/>
              </a:spcAft>
            </a:pPr>
            <a:endParaRPr lang="en-US" sz="2152" dirty="0">
              <a:solidFill>
                <a:prstClr val="white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5685688" y="3171949"/>
            <a:ext cx="1866242" cy="805603"/>
          </a:xfrm>
        </p:spPr>
        <p:txBody>
          <a:bodyPr/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7086428" y="3180786"/>
            <a:ext cx="1867359" cy="805603"/>
          </a:xfrm>
        </p:spPr>
        <p:txBody>
          <a:bodyPr/>
          <a:lstStyle>
            <a:lvl1pPr marL="0" marR="0" indent="0" algn="l" defTabSz="17881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55"/>
              </a:spcAft>
              <a:buClrTx/>
              <a:buSzTx/>
              <a:buFont typeface="Arial" panose="020B0604020202020204" pitchFamily="34" charset="0"/>
              <a:buNone/>
              <a:tabLst/>
              <a:defRPr sz="1760"/>
            </a:lvl1pPr>
          </a:lstStyle>
          <a:p>
            <a:pPr>
              <a:spcBef>
                <a:spcPct val="0"/>
              </a:spcBef>
            </a:pPr>
            <a:r>
              <a:rPr lang="en-US" sz="2347" noProof="0" dirty="0">
                <a:solidFill>
                  <a:schemeClr val="bg1"/>
                </a:solidFill>
              </a:rPr>
              <a:t>Co-brand</a:t>
            </a:r>
            <a:br>
              <a:rPr lang="en-US" sz="2347" noProof="0" dirty="0">
                <a:solidFill>
                  <a:schemeClr val="bg1"/>
                </a:solidFill>
              </a:rPr>
            </a:br>
            <a:r>
              <a:rPr lang="en-US" sz="2347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939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0724" y="672292"/>
            <a:ext cx="15841878" cy="682525"/>
          </a:xfrm>
        </p:spPr>
        <p:txBody>
          <a:bodyPr anchor="t"/>
          <a:lstStyle>
            <a:lvl1pPr>
              <a:defRPr sz="410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143000" y="1370159"/>
            <a:ext cx="15849600" cy="40626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12735" indent="-12735">
              <a:lnSpc>
                <a:spcPts val="2933"/>
              </a:lnSpc>
              <a:tabLst/>
              <a:defRPr lang="en-US" sz="2933" b="0" smtClean="0">
                <a:solidFill>
                  <a:schemeClr val="tx1">
                    <a:lumMod val="50000"/>
                    <a:lumOff val="50000"/>
                  </a:schemeClr>
                </a:solidFill>
                <a:ea typeface="+mj-ea"/>
              </a:defRPr>
            </a:lvl1pPr>
            <a:lvl2pPr>
              <a:defRPr lang="en-US" sz="2292" b="1" smtClean="0">
                <a:solidFill>
                  <a:schemeClr val="tx2"/>
                </a:solidFill>
                <a:latin typeface="Arial" charset="0"/>
              </a:defRPr>
            </a:lvl2pPr>
            <a:lvl3pPr>
              <a:defRPr lang="en-US" sz="2292" b="1" smtClean="0">
                <a:solidFill>
                  <a:schemeClr val="tx2"/>
                </a:solidFill>
                <a:latin typeface="Arial" charset="0"/>
              </a:defRPr>
            </a:lvl3pPr>
            <a:lvl4pPr>
              <a:defRPr lang="en-US" sz="2292" b="1" smtClean="0">
                <a:solidFill>
                  <a:schemeClr val="tx2"/>
                </a:solidFill>
                <a:latin typeface="Arial" charset="0"/>
              </a:defRPr>
            </a:lvl4pPr>
            <a:lvl5pPr>
              <a:defRPr lang="en-US" sz="2292" b="1">
                <a:solidFill>
                  <a:schemeClr val="tx2"/>
                </a:solidFill>
                <a:latin typeface="Arial" charset="0"/>
              </a:defRPr>
            </a:lvl5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57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vider - Deloitte 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704851" y="2493647"/>
            <a:ext cx="15627350" cy="2335524"/>
          </a:xfrm>
        </p:spPr>
        <p:txBody>
          <a:bodyPr anchor="b"/>
          <a:lstStyle>
            <a:lvl1pPr>
              <a:lnSpc>
                <a:spcPct val="95000"/>
              </a:lnSpc>
              <a:defRPr sz="5647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704849" y="5021199"/>
            <a:ext cx="15627353" cy="229758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2347">
                <a:solidFill>
                  <a:schemeClr val="bg1"/>
                </a:solidFill>
              </a:defRPr>
            </a:lvl1pPr>
            <a:lvl2pPr marL="894078" indent="0">
              <a:buNone/>
              <a:defRPr sz="3912">
                <a:solidFill>
                  <a:schemeClr val="tx1">
                    <a:tint val="75000"/>
                  </a:schemeClr>
                </a:solidFill>
              </a:defRPr>
            </a:lvl2pPr>
            <a:lvl3pPr marL="1788157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3pPr>
            <a:lvl4pPr marL="2682233" indent="0">
              <a:buNone/>
              <a:defRPr sz="3128">
                <a:solidFill>
                  <a:schemeClr val="tx1">
                    <a:tint val="75000"/>
                  </a:schemeClr>
                </a:solidFill>
              </a:defRPr>
            </a:lvl4pPr>
            <a:lvl5pPr marL="3576312" indent="0">
              <a:buNone/>
              <a:defRPr sz="3128">
                <a:solidFill>
                  <a:schemeClr val="tx1">
                    <a:tint val="75000"/>
                  </a:schemeClr>
                </a:solidFill>
              </a:defRPr>
            </a:lvl5pPr>
            <a:lvl6pPr marL="4470390" indent="0">
              <a:buNone/>
              <a:defRPr sz="3128">
                <a:solidFill>
                  <a:schemeClr val="tx1">
                    <a:tint val="75000"/>
                  </a:schemeClr>
                </a:solidFill>
              </a:defRPr>
            </a:lvl6pPr>
            <a:lvl7pPr marL="5364468" indent="0">
              <a:buNone/>
              <a:defRPr sz="3128">
                <a:solidFill>
                  <a:schemeClr val="tx1">
                    <a:tint val="75000"/>
                  </a:schemeClr>
                </a:solidFill>
              </a:defRPr>
            </a:lvl7pPr>
            <a:lvl8pPr marL="6258545" indent="0">
              <a:buNone/>
              <a:defRPr sz="3128">
                <a:solidFill>
                  <a:schemeClr val="tx1">
                    <a:tint val="75000"/>
                  </a:schemeClr>
                </a:solidFill>
              </a:defRPr>
            </a:lvl8pPr>
            <a:lvl9pPr marL="7152624" indent="0">
              <a:buNone/>
              <a:defRPr sz="31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Copyright"/>
          <p:cNvSpPr txBox="1"/>
          <p:nvPr userDrawn="1"/>
        </p:nvSpPr>
        <p:spPr>
          <a:xfrm>
            <a:off x="704851" y="9499601"/>
            <a:ext cx="8032751" cy="146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1173"/>
              </a:spcBef>
              <a:buSzPct val="100000"/>
              <a:buFont typeface="Arial"/>
              <a:buNone/>
            </a:pPr>
            <a:r>
              <a:rPr lang="en-US" sz="953" dirty="0">
                <a:solidFill>
                  <a:srgbClr val="53565A"/>
                </a:solidFill>
              </a:rPr>
              <a:t>Copyright © 2017 Deloitte Development LLC.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7121188" y="9499601"/>
            <a:ext cx="461963" cy="146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1173"/>
              </a:spcBef>
              <a:buSzPct val="100000"/>
              <a:buFont typeface="Arial"/>
              <a:buNone/>
            </a:pPr>
            <a:fld id="{C58DF478-B544-4ED8-9ED4-6A2648E2D233}" type="slidenum">
              <a:rPr lang="en-US" sz="953" smtClean="0">
                <a:solidFill>
                  <a:srgbClr val="53565A"/>
                </a:solidFill>
              </a:rPr>
              <a:pPr algn="r">
                <a:spcBef>
                  <a:spcPts val="1173"/>
                </a:spcBef>
                <a:buSzPct val="100000"/>
                <a:buFont typeface="Arial"/>
                <a:buNone/>
              </a:pPr>
              <a:t>‹#›</a:t>
            </a:fld>
            <a:endParaRPr lang="en-US" sz="953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71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1 | PRIMARY 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735570"/>
            <a:ext cx="16135350" cy="2818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13" b="0" spc="147" baseline="0">
                <a:solidFill>
                  <a:srgbClr val="57575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447800" y="251333"/>
            <a:ext cx="16135350" cy="4900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933" spc="147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275076" y="3244349"/>
            <a:ext cx="644208" cy="629892"/>
            <a:chOff x="183384" y="2212056"/>
            <a:chExt cx="429472" cy="429472"/>
          </a:xfrm>
        </p:grpSpPr>
        <p:sp>
          <p:nvSpPr>
            <p:cNvPr id="5" name="Freeform 45"/>
            <p:cNvSpPr>
              <a:spLocks noEditPoints="1"/>
            </p:cNvSpPr>
            <p:nvPr/>
          </p:nvSpPr>
          <p:spPr bwMode="auto">
            <a:xfrm>
              <a:off x="183384" y="2212056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82723" y="2300540"/>
              <a:ext cx="228840" cy="250986"/>
              <a:chOff x="7011988" y="2409825"/>
              <a:chExt cx="639763" cy="701676"/>
            </a:xfrm>
            <a:noFill/>
          </p:grpSpPr>
          <p:sp>
            <p:nvSpPr>
              <p:cNvPr id="7" name="Freeform 44"/>
              <p:cNvSpPr>
                <a:spLocks/>
              </p:cNvSpPr>
              <p:nvPr/>
            </p:nvSpPr>
            <p:spPr bwMode="auto">
              <a:xfrm>
                <a:off x="7591426" y="2989263"/>
                <a:ext cx="60325" cy="122238"/>
              </a:xfrm>
              <a:custGeom>
                <a:avLst/>
                <a:gdLst>
                  <a:gd name="T0" fmla="*/ 0 w 38"/>
                  <a:gd name="T1" fmla="*/ 0 h 77"/>
                  <a:gd name="T2" fmla="*/ 38 w 38"/>
                  <a:gd name="T3" fmla="*/ 38 h 77"/>
                  <a:gd name="T4" fmla="*/ 0 w 38"/>
                  <a:gd name="T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" h="77">
                    <a:moveTo>
                      <a:pt x="0" y="0"/>
                    </a:moveTo>
                    <a:lnTo>
                      <a:pt x="38" y="38"/>
                    </a:lnTo>
                    <a:lnTo>
                      <a:pt x="0" y="77"/>
                    </a:lnTo>
                  </a:path>
                </a:pathLst>
              </a:cu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7011988" y="2409825"/>
                <a:ext cx="639763" cy="639763"/>
                <a:chOff x="7011988" y="2409825"/>
                <a:chExt cx="639763" cy="639763"/>
              </a:xfrm>
              <a:grpFill/>
            </p:grpSpPr>
            <p:sp>
              <p:nvSpPr>
                <p:cNvPr id="11" name="Freeform 42"/>
                <p:cNvSpPr>
                  <a:spLocks/>
                </p:cNvSpPr>
                <p:nvPr/>
              </p:nvSpPr>
              <p:spPr bwMode="auto">
                <a:xfrm>
                  <a:off x="7072313" y="2532063"/>
                  <a:ext cx="579438" cy="517525"/>
                </a:xfrm>
                <a:custGeom>
                  <a:avLst/>
                  <a:gdLst>
                    <a:gd name="T0" fmla="*/ 104 w 152"/>
                    <a:gd name="T1" fmla="*/ 126 h 136"/>
                    <a:gd name="T2" fmla="*/ 136 w 152"/>
                    <a:gd name="T3" fmla="*/ 68 h 136"/>
                    <a:gd name="T4" fmla="*/ 68 w 152"/>
                    <a:gd name="T5" fmla="*/ 0 h 136"/>
                    <a:gd name="T6" fmla="*/ 0 w 152"/>
                    <a:gd name="T7" fmla="*/ 68 h 136"/>
                    <a:gd name="T8" fmla="*/ 68 w 152"/>
                    <a:gd name="T9" fmla="*/ 136 h 136"/>
                    <a:gd name="T10" fmla="*/ 152 w 152"/>
                    <a:gd name="T11" fmla="*/ 136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2" h="136">
                      <a:moveTo>
                        <a:pt x="104" y="126"/>
                      </a:moveTo>
                      <a:cubicBezTo>
                        <a:pt x="123" y="114"/>
                        <a:pt x="136" y="92"/>
                        <a:pt x="136" y="68"/>
                      </a:cubicBezTo>
                      <a:cubicBezTo>
                        <a:pt x="136" y="30"/>
                        <a:pt x="106" y="0"/>
                        <a:pt x="68" y="0"/>
                      </a:cubicBezTo>
                      <a:cubicBezTo>
                        <a:pt x="30" y="0"/>
                        <a:pt x="0" y="30"/>
                        <a:pt x="0" y="68"/>
                      </a:cubicBezTo>
                      <a:cubicBezTo>
                        <a:pt x="0" y="106"/>
                        <a:pt x="30" y="136"/>
                        <a:pt x="68" y="136"/>
                      </a:cubicBezTo>
                      <a:cubicBezTo>
                        <a:pt x="152" y="136"/>
                        <a:pt x="152" y="136"/>
                        <a:pt x="152" y="136"/>
                      </a:cubicBezTo>
                    </a:path>
                  </a:pathLst>
                </a:cu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" name="Line 43"/>
                <p:cNvSpPr>
                  <a:spLocks noChangeShapeType="1"/>
                </p:cNvSpPr>
                <p:nvPr/>
              </p:nvSpPr>
              <p:spPr bwMode="auto">
                <a:xfrm>
                  <a:off x="7011988" y="3049588"/>
                  <a:ext cx="168275" cy="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" name="Line 45"/>
                <p:cNvSpPr>
                  <a:spLocks noChangeShapeType="1"/>
                </p:cNvSpPr>
                <p:nvPr/>
              </p:nvSpPr>
              <p:spPr bwMode="auto">
                <a:xfrm>
                  <a:off x="7362826" y="2471738"/>
                  <a:ext cx="0" cy="60325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7302501" y="2471738"/>
                  <a:ext cx="0" cy="60325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Rectangle 47"/>
                <p:cNvSpPr>
                  <a:spLocks noChangeArrowheads="1"/>
                </p:cNvSpPr>
                <p:nvPr/>
              </p:nvSpPr>
              <p:spPr bwMode="auto">
                <a:xfrm>
                  <a:off x="7256463" y="2409825"/>
                  <a:ext cx="152400" cy="61913"/>
                </a:xfrm>
                <a:prstGeom prst="rect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7118351" y="2547938"/>
                  <a:ext cx="46038" cy="4445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7088188" y="2516188"/>
                  <a:ext cx="60325" cy="61913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7499351" y="2547938"/>
                  <a:ext cx="46038" cy="4445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Line 51"/>
                <p:cNvSpPr>
                  <a:spLocks noChangeShapeType="1"/>
                </p:cNvSpPr>
                <p:nvPr/>
              </p:nvSpPr>
              <p:spPr bwMode="auto">
                <a:xfrm flipH="1" flipV="1">
                  <a:off x="7515226" y="2516188"/>
                  <a:ext cx="60325" cy="61913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 52"/>
                <p:cNvSpPr>
                  <a:spLocks/>
                </p:cNvSpPr>
                <p:nvPr/>
              </p:nvSpPr>
              <p:spPr bwMode="auto">
                <a:xfrm>
                  <a:off x="7148513" y="2592388"/>
                  <a:ext cx="290513" cy="122238"/>
                </a:xfrm>
                <a:custGeom>
                  <a:avLst/>
                  <a:gdLst>
                    <a:gd name="T0" fmla="*/ 0 w 76"/>
                    <a:gd name="T1" fmla="*/ 32 h 32"/>
                    <a:gd name="T2" fmla="*/ 48 w 76"/>
                    <a:gd name="T3" fmla="*/ 0 h 32"/>
                    <a:gd name="T4" fmla="*/ 76 w 76"/>
                    <a:gd name="T5" fmla="*/ 8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6" h="32">
                      <a:moveTo>
                        <a:pt x="0" y="32"/>
                      </a:moveTo>
                      <a:cubicBezTo>
                        <a:pt x="8" y="13"/>
                        <a:pt x="26" y="0"/>
                        <a:pt x="48" y="0"/>
                      </a:cubicBezTo>
                      <a:cubicBezTo>
                        <a:pt x="58" y="0"/>
                        <a:pt x="68" y="3"/>
                        <a:pt x="76" y="8"/>
                      </a:cubicBezTo>
                    </a:path>
                  </a:pathLst>
                </a:cu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Oval 53"/>
                <p:cNvSpPr>
                  <a:spLocks noChangeArrowheads="1"/>
                </p:cNvSpPr>
                <p:nvPr/>
              </p:nvSpPr>
              <p:spPr bwMode="auto">
                <a:xfrm>
                  <a:off x="7286626" y="2744788"/>
                  <a:ext cx="92075" cy="92075"/>
                </a:xfrm>
                <a:prstGeom prst="ellips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7362826" y="2646363"/>
                  <a:ext cx="114300" cy="114300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7256463" y="2820988"/>
                  <a:ext cx="46038" cy="46038"/>
                </a:xfrm>
                <a:prstGeom prst="line">
                  <a:avLst/>
                </a:prstGeom>
                <a:grpFill/>
                <a:ln w="12700" cap="flat">
                  <a:solidFill>
                    <a:schemeClr val="accent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548" dirty="0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24" name="Group 23"/>
          <p:cNvGrpSpPr/>
          <p:nvPr userDrawn="1"/>
        </p:nvGrpSpPr>
        <p:grpSpPr>
          <a:xfrm>
            <a:off x="275076" y="4115195"/>
            <a:ext cx="644208" cy="629892"/>
            <a:chOff x="183384" y="2805815"/>
            <a:chExt cx="429472" cy="429472"/>
          </a:xfrm>
        </p:grpSpPr>
        <p:sp>
          <p:nvSpPr>
            <p:cNvPr id="25" name="Freeform 45"/>
            <p:cNvSpPr>
              <a:spLocks noEditPoints="1"/>
            </p:cNvSpPr>
            <p:nvPr/>
          </p:nvSpPr>
          <p:spPr bwMode="auto">
            <a:xfrm>
              <a:off x="183384" y="2805815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62040" y="2903054"/>
              <a:ext cx="279403" cy="243806"/>
              <a:chOff x="7874000" y="2498726"/>
              <a:chExt cx="660401" cy="576263"/>
            </a:xfrm>
            <a:noFill/>
          </p:grpSpPr>
          <p:sp>
            <p:nvSpPr>
              <p:cNvPr id="27" name="Line 59"/>
              <p:cNvSpPr>
                <a:spLocks noChangeShapeType="1"/>
              </p:cNvSpPr>
              <p:nvPr/>
            </p:nvSpPr>
            <p:spPr bwMode="auto">
              <a:xfrm flipH="1">
                <a:off x="8129588" y="2498726"/>
                <a:ext cx="244475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Line 60"/>
              <p:cNvSpPr>
                <a:spLocks noChangeShapeType="1"/>
              </p:cNvSpPr>
              <p:nvPr/>
            </p:nvSpPr>
            <p:spPr bwMode="auto">
              <a:xfrm>
                <a:off x="7931150" y="2697163"/>
                <a:ext cx="214313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Line 61"/>
              <p:cNvSpPr>
                <a:spLocks noChangeShapeType="1"/>
              </p:cNvSpPr>
              <p:nvPr/>
            </p:nvSpPr>
            <p:spPr bwMode="auto">
              <a:xfrm flipH="1">
                <a:off x="7993063" y="2574926"/>
                <a:ext cx="30163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Line 62"/>
              <p:cNvSpPr>
                <a:spLocks noChangeShapeType="1"/>
              </p:cNvSpPr>
              <p:nvPr/>
            </p:nvSpPr>
            <p:spPr bwMode="auto">
              <a:xfrm flipH="1">
                <a:off x="7931150" y="2574926"/>
                <a:ext cx="31750" cy="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63"/>
              <p:cNvSpPr>
                <a:spLocks noEditPoints="1"/>
              </p:cNvSpPr>
              <p:nvPr/>
            </p:nvSpPr>
            <p:spPr bwMode="auto">
              <a:xfrm>
                <a:off x="8053388" y="2574926"/>
                <a:ext cx="481013" cy="500063"/>
              </a:xfrm>
              <a:custGeom>
                <a:avLst/>
                <a:gdLst>
                  <a:gd name="T0" fmla="*/ 18 w 126"/>
                  <a:gd name="T1" fmla="*/ 12 h 131"/>
                  <a:gd name="T2" fmla="*/ 42 w 126"/>
                  <a:gd name="T3" fmla="*/ 15 h 131"/>
                  <a:gd name="T4" fmla="*/ 52 w 126"/>
                  <a:gd name="T5" fmla="*/ 29 h 131"/>
                  <a:gd name="T6" fmla="*/ 30 w 126"/>
                  <a:gd name="T7" fmla="*/ 51 h 131"/>
                  <a:gd name="T8" fmla="*/ 36 w 126"/>
                  <a:gd name="T9" fmla="*/ 88 h 131"/>
                  <a:gd name="T10" fmla="*/ 49 w 126"/>
                  <a:gd name="T11" fmla="*/ 100 h 131"/>
                  <a:gd name="T12" fmla="*/ 12 w 126"/>
                  <a:gd name="T13" fmla="*/ 123 h 131"/>
                  <a:gd name="T14" fmla="*/ 126 w 126"/>
                  <a:gd name="T15" fmla="*/ 61 h 131"/>
                  <a:gd name="T16" fmla="*/ 92 w 126"/>
                  <a:gd name="T17" fmla="*/ 55 h 131"/>
                  <a:gd name="T18" fmla="*/ 74 w 126"/>
                  <a:gd name="T19" fmla="*/ 18 h 131"/>
                  <a:gd name="T20" fmla="*/ 50 w 126"/>
                  <a:gd name="T21" fmla="*/ 0 h 131"/>
                  <a:gd name="T22" fmla="*/ 0 w 126"/>
                  <a:gd name="T23" fmla="*/ 0 h 131"/>
                  <a:gd name="T24" fmla="*/ 19 w 126"/>
                  <a:gd name="T25" fmla="*/ 131 h 131"/>
                  <a:gd name="T26" fmla="*/ 68 w 126"/>
                  <a:gd name="T27" fmla="*/ 112 h 131"/>
                  <a:gd name="T28" fmla="*/ 73 w 126"/>
                  <a:gd name="T29" fmla="*/ 99 h 131"/>
                  <a:gd name="T30" fmla="*/ 55 w 126"/>
                  <a:gd name="T31" fmla="*/ 71 h 131"/>
                  <a:gd name="T32" fmla="*/ 70 w 126"/>
                  <a:gd name="T33" fmla="*/ 56 h 131"/>
                  <a:gd name="T34" fmla="*/ 82 w 126"/>
                  <a:gd name="T35" fmla="*/ 72 h 131"/>
                  <a:gd name="T36" fmla="*/ 112 w 126"/>
                  <a:gd name="T37" fmla="*/ 72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31">
                    <a:moveTo>
                      <a:pt x="18" y="12"/>
                    </a:moveTo>
                    <a:cubicBezTo>
                      <a:pt x="42" y="15"/>
                      <a:pt x="42" y="15"/>
                      <a:pt x="42" y="15"/>
                    </a:cubicBezTo>
                    <a:cubicBezTo>
                      <a:pt x="52" y="29"/>
                      <a:pt x="52" y="29"/>
                      <a:pt x="52" y="29"/>
                    </a:cubicBezTo>
                    <a:cubicBezTo>
                      <a:pt x="52" y="29"/>
                      <a:pt x="38" y="43"/>
                      <a:pt x="30" y="51"/>
                    </a:cubicBezTo>
                    <a:cubicBezTo>
                      <a:pt x="23" y="59"/>
                      <a:pt x="26" y="76"/>
                      <a:pt x="36" y="88"/>
                    </a:cubicBezTo>
                    <a:cubicBezTo>
                      <a:pt x="49" y="100"/>
                      <a:pt x="49" y="100"/>
                      <a:pt x="49" y="100"/>
                    </a:cubicBezTo>
                    <a:cubicBezTo>
                      <a:pt x="12" y="123"/>
                      <a:pt x="12" y="123"/>
                      <a:pt x="12" y="123"/>
                    </a:cubicBezTo>
                    <a:moveTo>
                      <a:pt x="126" y="61"/>
                    </a:moveTo>
                    <a:cubicBezTo>
                      <a:pt x="92" y="55"/>
                      <a:pt x="92" y="55"/>
                      <a:pt x="92" y="55"/>
                    </a:cubicBezTo>
                    <a:cubicBezTo>
                      <a:pt x="74" y="18"/>
                      <a:pt x="74" y="18"/>
                      <a:pt x="74" y="18"/>
                    </a:cubicBezTo>
                    <a:cubicBezTo>
                      <a:pt x="74" y="18"/>
                      <a:pt x="58" y="0"/>
                      <a:pt x="5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9" y="131"/>
                    </a:moveTo>
                    <a:cubicBezTo>
                      <a:pt x="68" y="112"/>
                      <a:pt x="68" y="112"/>
                      <a:pt x="68" y="112"/>
                    </a:cubicBezTo>
                    <a:cubicBezTo>
                      <a:pt x="74" y="110"/>
                      <a:pt x="76" y="104"/>
                      <a:pt x="73" y="9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70" y="56"/>
                      <a:pt x="70" y="56"/>
                      <a:pt x="70" y="56"/>
                    </a:cubicBezTo>
                    <a:cubicBezTo>
                      <a:pt x="70" y="56"/>
                      <a:pt x="78" y="68"/>
                      <a:pt x="82" y="72"/>
                    </a:cubicBezTo>
                    <a:cubicBezTo>
                      <a:pt x="112" y="72"/>
                      <a:pt x="112" y="72"/>
                      <a:pt x="112" y="72"/>
                    </a:cubicBezTo>
                  </a:path>
                </a:pathLst>
              </a:cu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Line 64"/>
              <p:cNvSpPr>
                <a:spLocks noChangeShapeType="1"/>
              </p:cNvSpPr>
              <p:nvPr/>
            </p:nvSpPr>
            <p:spPr bwMode="auto">
              <a:xfrm flipV="1">
                <a:off x="7924800" y="2930526"/>
                <a:ext cx="209550" cy="114300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Line 65"/>
              <p:cNvSpPr>
                <a:spLocks noChangeShapeType="1"/>
              </p:cNvSpPr>
              <p:nvPr/>
            </p:nvSpPr>
            <p:spPr bwMode="auto">
              <a:xfrm flipH="1">
                <a:off x="7874000" y="2849563"/>
                <a:ext cx="236538" cy="168275"/>
              </a:xfrm>
              <a:prstGeom prst="lin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Oval 66"/>
              <p:cNvSpPr>
                <a:spLocks noChangeArrowheads="1"/>
              </p:cNvSpPr>
              <p:nvPr/>
            </p:nvSpPr>
            <p:spPr bwMode="auto">
              <a:xfrm>
                <a:off x="8408988" y="2586038"/>
                <a:ext cx="109538" cy="111125"/>
              </a:xfrm>
              <a:prstGeom prst="ellipse">
                <a:avLst/>
              </a:prstGeom>
              <a:grpFill/>
              <a:ln w="1270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5" name="Group 34"/>
          <p:cNvGrpSpPr/>
          <p:nvPr userDrawn="1"/>
        </p:nvGrpSpPr>
        <p:grpSpPr>
          <a:xfrm>
            <a:off x="275076" y="1501642"/>
            <a:ext cx="644208" cy="629892"/>
            <a:chOff x="5284860" y="1849989"/>
            <a:chExt cx="429472" cy="429472"/>
          </a:xfrm>
          <a:solidFill>
            <a:schemeClr val="accent1"/>
          </a:solidFill>
        </p:grpSpPr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5284860" y="1849989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5351841" y="1926080"/>
              <a:ext cx="302020" cy="274467"/>
              <a:chOff x="5857875" y="2414588"/>
              <a:chExt cx="452438" cy="411162"/>
            </a:xfrm>
            <a:grpFill/>
          </p:grpSpPr>
          <p:sp>
            <p:nvSpPr>
              <p:cNvPr id="38" name="Freeform 70"/>
              <p:cNvSpPr>
                <a:spLocks/>
              </p:cNvSpPr>
              <p:nvPr/>
            </p:nvSpPr>
            <p:spPr bwMode="auto">
              <a:xfrm>
                <a:off x="6088063" y="2798763"/>
                <a:ext cx="38100" cy="15875"/>
              </a:xfrm>
              <a:custGeom>
                <a:avLst/>
                <a:gdLst>
                  <a:gd name="T0" fmla="*/ 9 w 10"/>
                  <a:gd name="T1" fmla="*/ 1 h 4"/>
                  <a:gd name="T2" fmla="*/ 9 w 10"/>
                  <a:gd name="T3" fmla="*/ 1 h 4"/>
                  <a:gd name="T4" fmla="*/ 8 w 10"/>
                  <a:gd name="T5" fmla="*/ 3 h 4"/>
                  <a:gd name="T6" fmla="*/ 2 w 10"/>
                  <a:gd name="T7" fmla="*/ 4 h 4"/>
                  <a:gd name="T8" fmla="*/ 1 w 10"/>
                  <a:gd name="T9" fmla="*/ 2 h 4"/>
                  <a:gd name="T10" fmla="*/ 2 w 10"/>
                  <a:gd name="T11" fmla="*/ 1 h 4"/>
                  <a:gd name="T12" fmla="*/ 8 w 10"/>
                  <a:gd name="T13" fmla="*/ 0 h 4"/>
                  <a:gd name="T14" fmla="*/ 9 w 10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4">
                    <a:moveTo>
                      <a:pt x="9" y="1"/>
                    </a:moveTo>
                    <a:cubicBezTo>
                      <a:pt x="9" y="1"/>
                      <a:pt x="9" y="1"/>
                      <a:pt x="9" y="1"/>
                    </a:cubicBezTo>
                    <a:cubicBezTo>
                      <a:pt x="10" y="2"/>
                      <a:pt x="9" y="3"/>
                      <a:pt x="8" y="3"/>
                    </a:cubicBezTo>
                    <a:cubicBezTo>
                      <a:pt x="6" y="3"/>
                      <a:pt x="4" y="4"/>
                      <a:pt x="2" y="4"/>
                    </a:cubicBezTo>
                    <a:cubicBezTo>
                      <a:pt x="1" y="4"/>
                      <a:pt x="1" y="3"/>
                      <a:pt x="1" y="2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4" y="1"/>
                      <a:pt x="6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71"/>
              <p:cNvSpPr>
                <a:spLocks/>
              </p:cNvSpPr>
              <p:nvPr/>
            </p:nvSpPr>
            <p:spPr bwMode="auto">
              <a:xfrm>
                <a:off x="6038850" y="2795588"/>
                <a:ext cx="33338" cy="19050"/>
              </a:xfrm>
              <a:custGeom>
                <a:avLst/>
                <a:gdLst>
                  <a:gd name="T0" fmla="*/ 9 w 9"/>
                  <a:gd name="T1" fmla="*/ 2 h 5"/>
                  <a:gd name="T2" fmla="*/ 9 w 9"/>
                  <a:gd name="T3" fmla="*/ 3 h 5"/>
                  <a:gd name="T4" fmla="*/ 7 w 9"/>
                  <a:gd name="T5" fmla="*/ 4 h 5"/>
                  <a:gd name="T6" fmla="*/ 1 w 9"/>
                  <a:gd name="T7" fmla="*/ 3 h 5"/>
                  <a:gd name="T8" fmla="*/ 0 w 9"/>
                  <a:gd name="T9" fmla="*/ 2 h 5"/>
                  <a:gd name="T10" fmla="*/ 2 w 9"/>
                  <a:gd name="T11" fmla="*/ 0 h 5"/>
                  <a:gd name="T12" fmla="*/ 8 w 9"/>
                  <a:gd name="T13" fmla="*/ 1 h 5"/>
                  <a:gd name="T14" fmla="*/ 9 w 9"/>
                  <a:gd name="T1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5">
                    <a:moveTo>
                      <a:pt x="9" y="2"/>
                    </a:moveTo>
                    <a:cubicBezTo>
                      <a:pt x="9" y="2"/>
                      <a:pt x="9" y="3"/>
                      <a:pt x="9" y="3"/>
                    </a:cubicBezTo>
                    <a:cubicBezTo>
                      <a:pt x="9" y="4"/>
                      <a:pt x="8" y="5"/>
                      <a:pt x="7" y="4"/>
                    </a:cubicBezTo>
                    <a:cubicBezTo>
                      <a:pt x="5" y="4"/>
                      <a:pt x="3" y="4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4" y="1"/>
                      <a:pt x="6" y="1"/>
                      <a:pt x="8" y="1"/>
                    </a:cubicBezTo>
                    <a:cubicBezTo>
                      <a:pt x="8" y="1"/>
                      <a:pt x="9" y="2"/>
                      <a:pt x="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72"/>
              <p:cNvSpPr>
                <a:spLocks/>
              </p:cNvSpPr>
              <p:nvPr/>
            </p:nvSpPr>
            <p:spPr bwMode="auto">
              <a:xfrm>
                <a:off x="5900738" y="2533650"/>
                <a:ext cx="22225" cy="34925"/>
              </a:xfrm>
              <a:custGeom>
                <a:avLst/>
                <a:gdLst>
                  <a:gd name="T0" fmla="*/ 2 w 6"/>
                  <a:gd name="T1" fmla="*/ 8 h 9"/>
                  <a:gd name="T2" fmla="*/ 2 w 6"/>
                  <a:gd name="T3" fmla="*/ 8 h 9"/>
                  <a:gd name="T4" fmla="*/ 1 w 6"/>
                  <a:gd name="T5" fmla="*/ 7 h 9"/>
                  <a:gd name="T6" fmla="*/ 3 w 6"/>
                  <a:gd name="T7" fmla="*/ 1 h 9"/>
                  <a:gd name="T8" fmla="*/ 5 w 6"/>
                  <a:gd name="T9" fmla="*/ 0 h 9"/>
                  <a:gd name="T10" fmla="*/ 6 w 6"/>
                  <a:gd name="T11" fmla="*/ 2 h 9"/>
                  <a:gd name="T12" fmla="*/ 3 w 6"/>
                  <a:gd name="T13" fmla="*/ 7 h 9"/>
                  <a:gd name="T14" fmla="*/ 2 w 6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9">
                    <a:moveTo>
                      <a:pt x="2" y="8"/>
                    </a:moveTo>
                    <a:cubicBezTo>
                      <a:pt x="2" y="9"/>
                      <a:pt x="2" y="8"/>
                      <a:pt x="2" y="8"/>
                    </a:cubicBezTo>
                    <a:cubicBezTo>
                      <a:pt x="1" y="8"/>
                      <a:pt x="0" y="7"/>
                      <a:pt x="1" y="7"/>
                    </a:cubicBezTo>
                    <a:cubicBezTo>
                      <a:pt x="1" y="5"/>
                      <a:pt x="2" y="3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6" y="1"/>
                      <a:pt x="6" y="2"/>
                    </a:cubicBezTo>
                    <a:cubicBezTo>
                      <a:pt x="5" y="4"/>
                      <a:pt x="4" y="6"/>
                      <a:pt x="3" y="7"/>
                    </a:cubicBezTo>
                    <a:cubicBezTo>
                      <a:pt x="3" y="8"/>
                      <a:pt x="3" y="8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73"/>
              <p:cNvSpPr>
                <a:spLocks/>
              </p:cNvSpPr>
              <p:nvPr/>
            </p:nvSpPr>
            <p:spPr bwMode="auto">
              <a:xfrm>
                <a:off x="5922963" y="2487613"/>
                <a:ext cx="26988" cy="30162"/>
              </a:xfrm>
              <a:custGeom>
                <a:avLst/>
                <a:gdLst>
                  <a:gd name="T0" fmla="*/ 2 w 7"/>
                  <a:gd name="T1" fmla="*/ 8 h 8"/>
                  <a:gd name="T2" fmla="*/ 1 w 7"/>
                  <a:gd name="T3" fmla="*/ 8 h 8"/>
                  <a:gd name="T4" fmla="*/ 1 w 7"/>
                  <a:gd name="T5" fmla="*/ 6 h 8"/>
                  <a:gd name="T6" fmla="*/ 5 w 7"/>
                  <a:gd name="T7" fmla="*/ 1 h 8"/>
                  <a:gd name="T8" fmla="*/ 7 w 7"/>
                  <a:gd name="T9" fmla="*/ 1 h 8"/>
                  <a:gd name="T10" fmla="*/ 7 w 7"/>
                  <a:gd name="T11" fmla="*/ 3 h 8"/>
                  <a:gd name="T12" fmla="*/ 3 w 7"/>
                  <a:gd name="T13" fmla="*/ 8 h 8"/>
                  <a:gd name="T14" fmla="*/ 2 w 7"/>
                  <a:gd name="T1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2" y="8"/>
                    </a:moveTo>
                    <a:cubicBezTo>
                      <a:pt x="2" y="8"/>
                      <a:pt x="2" y="8"/>
                      <a:pt x="1" y="8"/>
                    </a:cubicBezTo>
                    <a:cubicBezTo>
                      <a:pt x="1" y="8"/>
                      <a:pt x="0" y="7"/>
                      <a:pt x="1" y="6"/>
                    </a:cubicBezTo>
                    <a:cubicBezTo>
                      <a:pt x="2" y="4"/>
                      <a:pt x="3" y="3"/>
                      <a:pt x="5" y="1"/>
                    </a:cubicBezTo>
                    <a:cubicBezTo>
                      <a:pt x="5" y="1"/>
                      <a:pt x="6" y="0"/>
                      <a:pt x="7" y="1"/>
                    </a:cubicBezTo>
                    <a:cubicBezTo>
                      <a:pt x="7" y="2"/>
                      <a:pt x="7" y="3"/>
                      <a:pt x="7" y="3"/>
                    </a:cubicBezTo>
                    <a:cubicBezTo>
                      <a:pt x="6" y="5"/>
                      <a:pt x="4" y="6"/>
                      <a:pt x="3" y="8"/>
                    </a:cubicBezTo>
                    <a:cubicBezTo>
                      <a:pt x="3" y="8"/>
                      <a:pt x="3" y="8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74"/>
              <p:cNvSpPr>
                <a:spLocks/>
              </p:cNvSpPr>
              <p:nvPr/>
            </p:nvSpPr>
            <p:spPr bwMode="auto">
              <a:xfrm>
                <a:off x="6042025" y="2428875"/>
                <a:ext cx="34925" cy="15875"/>
              </a:xfrm>
              <a:custGeom>
                <a:avLst/>
                <a:gdLst>
                  <a:gd name="T0" fmla="*/ 0 w 9"/>
                  <a:gd name="T1" fmla="*/ 3 h 4"/>
                  <a:gd name="T2" fmla="*/ 0 w 9"/>
                  <a:gd name="T3" fmla="*/ 2 h 4"/>
                  <a:gd name="T4" fmla="*/ 1 w 9"/>
                  <a:gd name="T5" fmla="*/ 1 h 4"/>
                  <a:gd name="T6" fmla="*/ 7 w 9"/>
                  <a:gd name="T7" fmla="*/ 0 h 4"/>
                  <a:gd name="T8" fmla="*/ 9 w 9"/>
                  <a:gd name="T9" fmla="*/ 1 h 4"/>
                  <a:gd name="T10" fmla="*/ 7 w 9"/>
                  <a:gd name="T11" fmla="*/ 3 h 4"/>
                  <a:gd name="T12" fmla="*/ 2 w 9"/>
                  <a:gd name="T13" fmla="*/ 4 h 4"/>
                  <a:gd name="T14" fmla="*/ 0 w 9"/>
                  <a:gd name="T1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0" y="3"/>
                    </a:moveTo>
                    <a:cubicBezTo>
                      <a:pt x="0" y="3"/>
                      <a:pt x="0" y="3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3" y="0"/>
                      <a:pt x="5" y="0"/>
                      <a:pt x="7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2"/>
                      <a:pt x="8" y="3"/>
                      <a:pt x="7" y="3"/>
                    </a:cubicBezTo>
                    <a:cubicBezTo>
                      <a:pt x="5" y="3"/>
                      <a:pt x="4" y="3"/>
                      <a:pt x="2" y="4"/>
                    </a:cubicBezTo>
                    <a:cubicBezTo>
                      <a:pt x="1" y="4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75"/>
              <p:cNvSpPr>
                <a:spLocks/>
              </p:cNvSpPr>
              <p:nvPr/>
            </p:nvSpPr>
            <p:spPr bwMode="auto">
              <a:xfrm>
                <a:off x="6092825" y="2428875"/>
                <a:ext cx="33338" cy="15875"/>
              </a:xfrm>
              <a:custGeom>
                <a:avLst/>
                <a:gdLst>
                  <a:gd name="T0" fmla="*/ 1 w 9"/>
                  <a:gd name="T1" fmla="*/ 2 h 4"/>
                  <a:gd name="T2" fmla="*/ 0 w 9"/>
                  <a:gd name="T3" fmla="*/ 1 h 4"/>
                  <a:gd name="T4" fmla="*/ 2 w 9"/>
                  <a:gd name="T5" fmla="*/ 0 h 4"/>
                  <a:gd name="T6" fmla="*/ 8 w 9"/>
                  <a:gd name="T7" fmla="*/ 1 h 4"/>
                  <a:gd name="T8" fmla="*/ 9 w 9"/>
                  <a:gd name="T9" fmla="*/ 3 h 4"/>
                  <a:gd name="T10" fmla="*/ 7 w 9"/>
                  <a:gd name="T11" fmla="*/ 4 h 4"/>
                  <a:gd name="T12" fmla="*/ 2 w 9"/>
                  <a:gd name="T13" fmla="*/ 3 h 4"/>
                  <a:gd name="T14" fmla="*/ 1 w 9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1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4" y="0"/>
                      <a:pt x="6" y="0"/>
                      <a:pt x="8" y="1"/>
                    </a:cubicBezTo>
                    <a:cubicBezTo>
                      <a:pt x="9" y="1"/>
                      <a:pt x="9" y="2"/>
                      <a:pt x="9" y="3"/>
                    </a:cubicBezTo>
                    <a:cubicBezTo>
                      <a:pt x="9" y="3"/>
                      <a:pt x="8" y="4"/>
                      <a:pt x="7" y="4"/>
                    </a:cubicBezTo>
                    <a:cubicBezTo>
                      <a:pt x="6" y="3"/>
                      <a:pt x="4" y="3"/>
                      <a:pt x="2" y="3"/>
                    </a:cubicBezTo>
                    <a:cubicBezTo>
                      <a:pt x="1" y="3"/>
                      <a:pt x="1" y="3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76"/>
              <p:cNvSpPr>
                <a:spLocks noEditPoints="1"/>
              </p:cNvSpPr>
              <p:nvPr/>
            </p:nvSpPr>
            <p:spPr bwMode="auto">
              <a:xfrm>
                <a:off x="5949950" y="2414588"/>
                <a:ext cx="88900" cy="80962"/>
              </a:xfrm>
              <a:custGeom>
                <a:avLst/>
                <a:gdLst>
                  <a:gd name="T0" fmla="*/ 11 w 23"/>
                  <a:gd name="T1" fmla="*/ 21 h 21"/>
                  <a:gd name="T2" fmla="*/ 3 w 23"/>
                  <a:gd name="T3" fmla="*/ 17 h 21"/>
                  <a:gd name="T4" fmla="*/ 6 w 23"/>
                  <a:gd name="T5" fmla="*/ 3 h 21"/>
                  <a:gd name="T6" fmla="*/ 20 w 23"/>
                  <a:gd name="T7" fmla="*/ 5 h 21"/>
                  <a:gd name="T8" fmla="*/ 17 w 23"/>
                  <a:gd name="T9" fmla="*/ 20 h 21"/>
                  <a:gd name="T10" fmla="*/ 11 w 23"/>
                  <a:gd name="T11" fmla="*/ 21 h 21"/>
                  <a:gd name="T12" fmla="*/ 11 w 23"/>
                  <a:gd name="T13" fmla="*/ 4 h 21"/>
                  <a:gd name="T14" fmla="*/ 7 w 23"/>
                  <a:gd name="T15" fmla="*/ 5 h 21"/>
                  <a:gd name="T16" fmla="*/ 5 w 23"/>
                  <a:gd name="T17" fmla="*/ 15 h 21"/>
                  <a:gd name="T18" fmla="*/ 15 w 23"/>
                  <a:gd name="T19" fmla="*/ 17 h 21"/>
                  <a:gd name="T20" fmla="*/ 18 w 23"/>
                  <a:gd name="T21" fmla="*/ 7 h 21"/>
                  <a:gd name="T22" fmla="*/ 11 w 23"/>
                  <a:gd name="T23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21">
                    <a:moveTo>
                      <a:pt x="11" y="21"/>
                    </a:moveTo>
                    <a:cubicBezTo>
                      <a:pt x="8" y="21"/>
                      <a:pt x="5" y="20"/>
                      <a:pt x="3" y="17"/>
                    </a:cubicBezTo>
                    <a:cubicBezTo>
                      <a:pt x="0" y="12"/>
                      <a:pt x="1" y="6"/>
                      <a:pt x="6" y="3"/>
                    </a:cubicBezTo>
                    <a:cubicBezTo>
                      <a:pt x="10" y="0"/>
                      <a:pt x="17" y="1"/>
                      <a:pt x="20" y="5"/>
                    </a:cubicBezTo>
                    <a:cubicBezTo>
                      <a:pt x="23" y="10"/>
                      <a:pt x="22" y="17"/>
                      <a:pt x="17" y="20"/>
                    </a:cubicBezTo>
                    <a:cubicBezTo>
                      <a:pt x="15" y="21"/>
                      <a:pt x="13" y="21"/>
                      <a:pt x="11" y="21"/>
                    </a:cubicBezTo>
                    <a:close/>
                    <a:moveTo>
                      <a:pt x="11" y="4"/>
                    </a:moveTo>
                    <a:cubicBezTo>
                      <a:pt x="10" y="4"/>
                      <a:pt x="9" y="4"/>
                      <a:pt x="7" y="5"/>
                    </a:cubicBezTo>
                    <a:cubicBezTo>
                      <a:pt x="4" y="7"/>
                      <a:pt x="3" y="12"/>
                      <a:pt x="5" y="15"/>
                    </a:cubicBezTo>
                    <a:cubicBezTo>
                      <a:pt x="8" y="18"/>
                      <a:pt x="12" y="19"/>
                      <a:pt x="15" y="17"/>
                    </a:cubicBezTo>
                    <a:cubicBezTo>
                      <a:pt x="19" y="15"/>
                      <a:pt x="20" y="10"/>
                      <a:pt x="18" y="7"/>
                    </a:cubicBezTo>
                    <a:cubicBezTo>
                      <a:pt x="16" y="5"/>
                      <a:pt x="14" y="4"/>
                      <a:pt x="1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77"/>
              <p:cNvSpPr>
                <a:spLocks/>
              </p:cNvSpPr>
              <p:nvPr/>
            </p:nvSpPr>
            <p:spPr bwMode="auto">
              <a:xfrm>
                <a:off x="5922963" y="2714625"/>
                <a:ext cx="26988" cy="34925"/>
              </a:xfrm>
              <a:custGeom>
                <a:avLst/>
                <a:gdLst>
                  <a:gd name="T0" fmla="*/ 7 w 7"/>
                  <a:gd name="T1" fmla="*/ 8 h 9"/>
                  <a:gd name="T2" fmla="*/ 7 w 7"/>
                  <a:gd name="T3" fmla="*/ 8 h 9"/>
                  <a:gd name="T4" fmla="*/ 4 w 7"/>
                  <a:gd name="T5" fmla="*/ 8 h 9"/>
                  <a:gd name="T6" fmla="*/ 1 w 7"/>
                  <a:gd name="T7" fmla="*/ 3 h 9"/>
                  <a:gd name="T8" fmla="*/ 1 w 7"/>
                  <a:gd name="T9" fmla="*/ 1 h 9"/>
                  <a:gd name="T10" fmla="*/ 3 w 7"/>
                  <a:gd name="T11" fmla="*/ 1 h 9"/>
                  <a:gd name="T12" fmla="*/ 7 w 7"/>
                  <a:gd name="T13" fmla="*/ 6 h 9"/>
                  <a:gd name="T14" fmla="*/ 7 w 7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7" y="8"/>
                    </a:moveTo>
                    <a:cubicBezTo>
                      <a:pt x="7" y="8"/>
                      <a:pt x="7" y="8"/>
                      <a:pt x="7" y="8"/>
                    </a:cubicBezTo>
                    <a:cubicBezTo>
                      <a:pt x="6" y="9"/>
                      <a:pt x="5" y="8"/>
                      <a:pt x="4" y="8"/>
                    </a:cubicBezTo>
                    <a:cubicBezTo>
                      <a:pt x="3" y="6"/>
                      <a:pt x="2" y="5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" y="3"/>
                      <a:pt x="6" y="4"/>
                      <a:pt x="7" y="6"/>
                    </a:cubicBezTo>
                    <a:cubicBezTo>
                      <a:pt x="7" y="6"/>
                      <a:pt x="7" y="7"/>
                      <a:pt x="7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78"/>
              <p:cNvSpPr>
                <a:spLocks/>
              </p:cNvSpPr>
              <p:nvPr/>
            </p:nvSpPr>
            <p:spPr bwMode="auto">
              <a:xfrm>
                <a:off x="5903913" y="2668588"/>
                <a:ext cx="19050" cy="34925"/>
              </a:xfrm>
              <a:custGeom>
                <a:avLst/>
                <a:gdLst>
                  <a:gd name="T0" fmla="*/ 5 w 5"/>
                  <a:gd name="T1" fmla="*/ 8 h 9"/>
                  <a:gd name="T2" fmla="*/ 4 w 5"/>
                  <a:gd name="T3" fmla="*/ 9 h 9"/>
                  <a:gd name="T4" fmla="*/ 2 w 5"/>
                  <a:gd name="T5" fmla="*/ 8 h 9"/>
                  <a:gd name="T6" fmla="*/ 0 w 5"/>
                  <a:gd name="T7" fmla="*/ 2 h 9"/>
                  <a:gd name="T8" fmla="*/ 1 w 5"/>
                  <a:gd name="T9" fmla="*/ 0 h 9"/>
                  <a:gd name="T10" fmla="*/ 3 w 5"/>
                  <a:gd name="T11" fmla="*/ 1 h 9"/>
                  <a:gd name="T12" fmla="*/ 5 w 5"/>
                  <a:gd name="T13" fmla="*/ 7 h 9"/>
                  <a:gd name="T14" fmla="*/ 5 w 5"/>
                  <a:gd name="T15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9">
                    <a:moveTo>
                      <a:pt x="5" y="8"/>
                    </a:moveTo>
                    <a:cubicBezTo>
                      <a:pt x="5" y="8"/>
                      <a:pt x="4" y="9"/>
                      <a:pt x="4" y="9"/>
                    </a:cubicBezTo>
                    <a:cubicBezTo>
                      <a:pt x="3" y="9"/>
                      <a:pt x="2" y="9"/>
                      <a:pt x="2" y="8"/>
                    </a:cubicBezTo>
                    <a:cubicBezTo>
                      <a:pt x="1" y="6"/>
                      <a:pt x="1" y="4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3"/>
                      <a:pt x="4" y="5"/>
                      <a:pt x="5" y="7"/>
                    </a:cubicBezTo>
                    <a:cubicBezTo>
                      <a:pt x="5" y="7"/>
                      <a:pt x="5" y="8"/>
                      <a:pt x="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79"/>
              <p:cNvSpPr>
                <a:spLocks noEditPoints="1"/>
              </p:cNvSpPr>
              <p:nvPr/>
            </p:nvSpPr>
            <p:spPr bwMode="auto">
              <a:xfrm>
                <a:off x="6130925" y="2744788"/>
                <a:ext cx="84138" cy="80962"/>
              </a:xfrm>
              <a:custGeom>
                <a:avLst/>
                <a:gdLst>
                  <a:gd name="T0" fmla="*/ 12 w 22"/>
                  <a:gd name="T1" fmla="*/ 21 h 21"/>
                  <a:gd name="T2" fmla="*/ 3 w 22"/>
                  <a:gd name="T3" fmla="*/ 15 h 21"/>
                  <a:gd name="T4" fmla="*/ 7 w 22"/>
                  <a:gd name="T5" fmla="*/ 1 h 21"/>
                  <a:gd name="T6" fmla="*/ 12 w 22"/>
                  <a:gd name="T7" fmla="*/ 0 h 21"/>
                  <a:gd name="T8" fmla="*/ 21 w 22"/>
                  <a:gd name="T9" fmla="*/ 5 h 21"/>
                  <a:gd name="T10" fmla="*/ 21 w 22"/>
                  <a:gd name="T11" fmla="*/ 13 h 21"/>
                  <a:gd name="T12" fmla="*/ 17 w 22"/>
                  <a:gd name="T13" fmla="*/ 19 h 21"/>
                  <a:gd name="T14" fmla="*/ 12 w 22"/>
                  <a:gd name="T15" fmla="*/ 21 h 21"/>
                  <a:gd name="T16" fmla="*/ 12 w 22"/>
                  <a:gd name="T17" fmla="*/ 3 h 21"/>
                  <a:gd name="T18" fmla="*/ 8 w 22"/>
                  <a:gd name="T19" fmla="*/ 4 h 21"/>
                  <a:gd name="T20" fmla="*/ 5 w 22"/>
                  <a:gd name="T21" fmla="*/ 14 h 21"/>
                  <a:gd name="T22" fmla="*/ 15 w 22"/>
                  <a:gd name="T23" fmla="*/ 17 h 21"/>
                  <a:gd name="T24" fmla="*/ 19 w 22"/>
                  <a:gd name="T25" fmla="*/ 12 h 21"/>
                  <a:gd name="T26" fmla="*/ 18 w 22"/>
                  <a:gd name="T27" fmla="*/ 7 h 21"/>
                  <a:gd name="T28" fmla="*/ 12 w 22"/>
                  <a:gd name="T29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21">
                    <a:moveTo>
                      <a:pt x="12" y="21"/>
                    </a:moveTo>
                    <a:cubicBezTo>
                      <a:pt x="8" y="21"/>
                      <a:pt x="4" y="18"/>
                      <a:pt x="3" y="15"/>
                    </a:cubicBezTo>
                    <a:cubicBezTo>
                      <a:pt x="0" y="10"/>
                      <a:pt x="2" y="4"/>
                      <a:pt x="7" y="1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2" y="8"/>
                      <a:pt x="22" y="10"/>
                      <a:pt x="21" y="13"/>
                    </a:cubicBezTo>
                    <a:cubicBezTo>
                      <a:pt x="21" y="16"/>
                      <a:pt x="19" y="18"/>
                      <a:pt x="17" y="19"/>
                    </a:cubicBezTo>
                    <a:cubicBezTo>
                      <a:pt x="15" y="20"/>
                      <a:pt x="13" y="21"/>
                      <a:pt x="12" y="21"/>
                    </a:cubicBezTo>
                    <a:close/>
                    <a:moveTo>
                      <a:pt x="12" y="3"/>
                    </a:moveTo>
                    <a:cubicBezTo>
                      <a:pt x="10" y="3"/>
                      <a:pt x="9" y="3"/>
                      <a:pt x="8" y="4"/>
                    </a:cubicBezTo>
                    <a:cubicBezTo>
                      <a:pt x="5" y="6"/>
                      <a:pt x="3" y="10"/>
                      <a:pt x="5" y="14"/>
                    </a:cubicBezTo>
                    <a:cubicBezTo>
                      <a:pt x="7" y="17"/>
                      <a:pt x="12" y="18"/>
                      <a:pt x="15" y="17"/>
                    </a:cubicBezTo>
                    <a:cubicBezTo>
                      <a:pt x="17" y="16"/>
                      <a:pt x="18" y="14"/>
                      <a:pt x="19" y="12"/>
                    </a:cubicBezTo>
                    <a:cubicBezTo>
                      <a:pt x="19" y="10"/>
                      <a:pt x="19" y="8"/>
                      <a:pt x="18" y="7"/>
                    </a:cubicBezTo>
                    <a:cubicBezTo>
                      <a:pt x="17" y="4"/>
                      <a:pt x="14" y="3"/>
                      <a:pt x="1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80"/>
              <p:cNvSpPr>
                <a:spLocks noEditPoints="1"/>
              </p:cNvSpPr>
              <p:nvPr/>
            </p:nvSpPr>
            <p:spPr bwMode="auto">
              <a:xfrm>
                <a:off x="5857875" y="2576513"/>
                <a:ext cx="80963" cy="80962"/>
              </a:xfrm>
              <a:custGeom>
                <a:avLst/>
                <a:gdLst>
                  <a:gd name="T0" fmla="*/ 11 w 21"/>
                  <a:gd name="T1" fmla="*/ 21 h 21"/>
                  <a:gd name="T2" fmla="*/ 10 w 21"/>
                  <a:gd name="T3" fmla="*/ 21 h 21"/>
                  <a:gd name="T4" fmla="*/ 3 w 21"/>
                  <a:gd name="T5" fmla="*/ 17 h 21"/>
                  <a:gd name="T6" fmla="*/ 1 w 21"/>
                  <a:gd name="T7" fmla="*/ 10 h 21"/>
                  <a:gd name="T8" fmla="*/ 12 w 21"/>
                  <a:gd name="T9" fmla="*/ 1 h 21"/>
                  <a:gd name="T10" fmla="*/ 19 w 21"/>
                  <a:gd name="T11" fmla="*/ 5 h 21"/>
                  <a:gd name="T12" fmla="*/ 21 w 21"/>
                  <a:gd name="T13" fmla="*/ 12 h 21"/>
                  <a:gd name="T14" fmla="*/ 11 w 21"/>
                  <a:gd name="T15" fmla="*/ 21 h 21"/>
                  <a:gd name="T16" fmla="*/ 11 w 21"/>
                  <a:gd name="T17" fmla="*/ 4 h 21"/>
                  <a:gd name="T18" fmla="*/ 4 w 21"/>
                  <a:gd name="T19" fmla="*/ 10 h 21"/>
                  <a:gd name="T20" fmla="*/ 5 w 21"/>
                  <a:gd name="T21" fmla="*/ 16 h 21"/>
                  <a:gd name="T22" fmla="*/ 10 w 21"/>
                  <a:gd name="T23" fmla="*/ 18 h 21"/>
                  <a:gd name="T24" fmla="*/ 18 w 21"/>
                  <a:gd name="T25" fmla="*/ 12 h 21"/>
                  <a:gd name="T26" fmla="*/ 17 w 21"/>
                  <a:gd name="T27" fmla="*/ 7 h 21"/>
                  <a:gd name="T28" fmla="*/ 12 w 21"/>
                  <a:gd name="T29" fmla="*/ 4 h 21"/>
                  <a:gd name="T30" fmla="*/ 11 w 21"/>
                  <a:gd name="T31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1" h="21">
                    <a:moveTo>
                      <a:pt x="11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7" y="21"/>
                      <a:pt x="5" y="20"/>
                      <a:pt x="3" y="17"/>
                    </a:cubicBezTo>
                    <a:cubicBezTo>
                      <a:pt x="1" y="15"/>
                      <a:pt x="0" y="13"/>
                      <a:pt x="1" y="10"/>
                    </a:cubicBezTo>
                    <a:cubicBezTo>
                      <a:pt x="1" y="4"/>
                      <a:pt x="6" y="0"/>
                      <a:pt x="12" y="1"/>
                    </a:cubicBezTo>
                    <a:cubicBezTo>
                      <a:pt x="15" y="1"/>
                      <a:pt x="17" y="3"/>
                      <a:pt x="19" y="5"/>
                    </a:cubicBezTo>
                    <a:cubicBezTo>
                      <a:pt x="21" y="7"/>
                      <a:pt x="21" y="10"/>
                      <a:pt x="21" y="12"/>
                    </a:cubicBezTo>
                    <a:cubicBezTo>
                      <a:pt x="20" y="17"/>
                      <a:pt x="16" y="21"/>
                      <a:pt x="11" y="21"/>
                    </a:cubicBezTo>
                    <a:close/>
                    <a:moveTo>
                      <a:pt x="11" y="4"/>
                    </a:moveTo>
                    <a:cubicBezTo>
                      <a:pt x="7" y="4"/>
                      <a:pt x="4" y="7"/>
                      <a:pt x="4" y="10"/>
                    </a:cubicBezTo>
                    <a:cubicBezTo>
                      <a:pt x="3" y="12"/>
                      <a:pt x="4" y="14"/>
                      <a:pt x="5" y="16"/>
                    </a:cubicBezTo>
                    <a:cubicBezTo>
                      <a:pt x="6" y="17"/>
                      <a:pt x="8" y="18"/>
                      <a:pt x="10" y="18"/>
                    </a:cubicBezTo>
                    <a:cubicBezTo>
                      <a:pt x="14" y="19"/>
                      <a:pt x="18" y="16"/>
                      <a:pt x="18" y="12"/>
                    </a:cubicBezTo>
                    <a:cubicBezTo>
                      <a:pt x="18" y="10"/>
                      <a:pt x="18" y="8"/>
                      <a:pt x="17" y="7"/>
                    </a:cubicBezTo>
                    <a:cubicBezTo>
                      <a:pt x="15" y="5"/>
                      <a:pt x="14" y="4"/>
                      <a:pt x="12" y="4"/>
                    </a:cubicBezTo>
                    <a:cubicBezTo>
                      <a:pt x="11" y="4"/>
                      <a:pt x="11" y="4"/>
                      <a:pt x="1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81"/>
              <p:cNvSpPr>
                <a:spLocks noEditPoints="1"/>
              </p:cNvSpPr>
              <p:nvPr/>
            </p:nvSpPr>
            <p:spPr bwMode="auto">
              <a:xfrm>
                <a:off x="5942013" y="2738438"/>
                <a:ext cx="84138" cy="80962"/>
              </a:xfrm>
              <a:custGeom>
                <a:avLst/>
                <a:gdLst>
                  <a:gd name="T0" fmla="*/ 12 w 22"/>
                  <a:gd name="T1" fmla="*/ 21 h 21"/>
                  <a:gd name="T2" fmla="*/ 7 w 22"/>
                  <a:gd name="T3" fmla="*/ 20 h 21"/>
                  <a:gd name="T4" fmla="*/ 3 w 22"/>
                  <a:gd name="T5" fmla="*/ 6 h 21"/>
                  <a:gd name="T6" fmla="*/ 12 w 22"/>
                  <a:gd name="T7" fmla="*/ 0 h 21"/>
                  <a:gd name="T8" fmla="*/ 17 w 22"/>
                  <a:gd name="T9" fmla="*/ 2 h 21"/>
                  <a:gd name="T10" fmla="*/ 21 w 22"/>
                  <a:gd name="T11" fmla="*/ 8 h 21"/>
                  <a:gd name="T12" fmla="*/ 21 w 22"/>
                  <a:gd name="T13" fmla="*/ 15 h 21"/>
                  <a:gd name="T14" fmla="*/ 12 w 22"/>
                  <a:gd name="T15" fmla="*/ 21 h 21"/>
                  <a:gd name="T16" fmla="*/ 12 w 22"/>
                  <a:gd name="T17" fmla="*/ 3 h 21"/>
                  <a:gd name="T18" fmla="*/ 5 w 22"/>
                  <a:gd name="T19" fmla="*/ 7 h 21"/>
                  <a:gd name="T20" fmla="*/ 8 w 22"/>
                  <a:gd name="T21" fmla="*/ 17 h 21"/>
                  <a:gd name="T22" fmla="*/ 18 w 22"/>
                  <a:gd name="T23" fmla="*/ 14 h 21"/>
                  <a:gd name="T24" fmla="*/ 19 w 22"/>
                  <a:gd name="T25" fmla="*/ 9 h 21"/>
                  <a:gd name="T26" fmla="*/ 15 w 22"/>
                  <a:gd name="T27" fmla="*/ 4 h 21"/>
                  <a:gd name="T28" fmla="*/ 12 w 22"/>
                  <a:gd name="T29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21">
                    <a:moveTo>
                      <a:pt x="12" y="21"/>
                    </a:moveTo>
                    <a:cubicBezTo>
                      <a:pt x="10" y="21"/>
                      <a:pt x="8" y="21"/>
                      <a:pt x="7" y="20"/>
                    </a:cubicBezTo>
                    <a:cubicBezTo>
                      <a:pt x="2" y="17"/>
                      <a:pt x="0" y="11"/>
                      <a:pt x="3" y="6"/>
                    </a:cubicBezTo>
                    <a:cubicBezTo>
                      <a:pt x="4" y="2"/>
                      <a:pt x="8" y="0"/>
                      <a:pt x="12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1" y="5"/>
                      <a:pt x="21" y="8"/>
                    </a:cubicBezTo>
                    <a:cubicBezTo>
                      <a:pt x="22" y="10"/>
                      <a:pt x="22" y="13"/>
                      <a:pt x="21" y="15"/>
                    </a:cubicBezTo>
                    <a:cubicBezTo>
                      <a:pt x="19" y="19"/>
                      <a:pt x="15" y="21"/>
                      <a:pt x="12" y="21"/>
                    </a:cubicBezTo>
                    <a:close/>
                    <a:moveTo>
                      <a:pt x="12" y="3"/>
                    </a:moveTo>
                    <a:cubicBezTo>
                      <a:pt x="9" y="3"/>
                      <a:pt x="7" y="5"/>
                      <a:pt x="5" y="7"/>
                    </a:cubicBezTo>
                    <a:cubicBezTo>
                      <a:pt x="3" y="11"/>
                      <a:pt x="5" y="15"/>
                      <a:pt x="8" y="17"/>
                    </a:cubicBezTo>
                    <a:cubicBezTo>
                      <a:pt x="12" y="19"/>
                      <a:pt x="16" y="17"/>
                      <a:pt x="18" y="14"/>
                    </a:cubicBezTo>
                    <a:cubicBezTo>
                      <a:pt x="19" y="12"/>
                      <a:pt x="19" y="10"/>
                      <a:pt x="19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4"/>
                      <a:pt x="13" y="3"/>
                      <a:pt x="1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82"/>
              <p:cNvSpPr>
                <a:spLocks/>
              </p:cNvSpPr>
              <p:nvPr/>
            </p:nvSpPr>
            <p:spPr bwMode="auto">
              <a:xfrm>
                <a:off x="6218238" y="2490788"/>
                <a:ext cx="26988" cy="31750"/>
              </a:xfrm>
              <a:custGeom>
                <a:avLst/>
                <a:gdLst>
                  <a:gd name="T0" fmla="*/ 1 w 7"/>
                  <a:gd name="T1" fmla="*/ 1 h 8"/>
                  <a:gd name="T2" fmla="*/ 1 w 7"/>
                  <a:gd name="T3" fmla="*/ 0 h 8"/>
                  <a:gd name="T4" fmla="*/ 3 w 7"/>
                  <a:gd name="T5" fmla="*/ 0 h 8"/>
                  <a:gd name="T6" fmla="*/ 7 w 7"/>
                  <a:gd name="T7" fmla="*/ 5 h 8"/>
                  <a:gd name="T8" fmla="*/ 6 w 7"/>
                  <a:gd name="T9" fmla="*/ 7 h 8"/>
                  <a:gd name="T10" fmla="*/ 4 w 7"/>
                  <a:gd name="T11" fmla="*/ 7 h 8"/>
                  <a:gd name="T12" fmla="*/ 1 w 7"/>
                  <a:gd name="T13" fmla="*/ 2 h 8"/>
                  <a:gd name="T14" fmla="*/ 1 w 7"/>
                  <a:gd name="T1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4" y="2"/>
                      <a:pt x="6" y="3"/>
                      <a:pt x="7" y="5"/>
                    </a:cubicBezTo>
                    <a:cubicBezTo>
                      <a:pt x="7" y="6"/>
                      <a:pt x="7" y="7"/>
                      <a:pt x="6" y="7"/>
                    </a:cubicBezTo>
                    <a:cubicBezTo>
                      <a:pt x="6" y="8"/>
                      <a:pt x="5" y="7"/>
                      <a:pt x="4" y="7"/>
                    </a:cubicBezTo>
                    <a:cubicBezTo>
                      <a:pt x="3" y="5"/>
                      <a:pt x="2" y="4"/>
                      <a:pt x="1" y="2"/>
                    </a:cubicBezTo>
                    <a:cubicBezTo>
                      <a:pt x="0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83"/>
              <p:cNvSpPr>
                <a:spLocks/>
              </p:cNvSpPr>
              <p:nvPr/>
            </p:nvSpPr>
            <p:spPr bwMode="auto">
              <a:xfrm>
                <a:off x="6249988" y="2533650"/>
                <a:ext cx="19050" cy="34925"/>
              </a:xfrm>
              <a:custGeom>
                <a:avLst/>
                <a:gdLst>
                  <a:gd name="T0" fmla="*/ 0 w 5"/>
                  <a:gd name="T1" fmla="*/ 1 h 9"/>
                  <a:gd name="T2" fmla="*/ 1 w 5"/>
                  <a:gd name="T3" fmla="*/ 0 h 9"/>
                  <a:gd name="T4" fmla="*/ 3 w 5"/>
                  <a:gd name="T5" fmla="*/ 1 h 9"/>
                  <a:gd name="T6" fmla="*/ 5 w 5"/>
                  <a:gd name="T7" fmla="*/ 7 h 9"/>
                  <a:gd name="T8" fmla="*/ 4 w 5"/>
                  <a:gd name="T9" fmla="*/ 9 h 9"/>
                  <a:gd name="T10" fmla="*/ 2 w 5"/>
                  <a:gd name="T11" fmla="*/ 8 h 9"/>
                  <a:gd name="T12" fmla="*/ 0 w 5"/>
                  <a:gd name="T13" fmla="*/ 2 h 9"/>
                  <a:gd name="T14" fmla="*/ 0 w 5"/>
                  <a:gd name="T15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9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3"/>
                      <a:pt x="4" y="5"/>
                      <a:pt x="5" y="7"/>
                    </a:cubicBezTo>
                    <a:cubicBezTo>
                      <a:pt x="5" y="7"/>
                      <a:pt x="5" y="8"/>
                      <a:pt x="4" y="9"/>
                    </a:cubicBezTo>
                    <a:cubicBezTo>
                      <a:pt x="3" y="9"/>
                      <a:pt x="2" y="8"/>
                      <a:pt x="2" y="8"/>
                    </a:cubicBezTo>
                    <a:cubicBezTo>
                      <a:pt x="2" y="6"/>
                      <a:pt x="1" y="4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84"/>
              <p:cNvSpPr>
                <a:spLocks/>
              </p:cNvSpPr>
              <p:nvPr/>
            </p:nvSpPr>
            <p:spPr bwMode="auto">
              <a:xfrm>
                <a:off x="6245225" y="2671763"/>
                <a:ext cx="23813" cy="34925"/>
              </a:xfrm>
              <a:custGeom>
                <a:avLst/>
                <a:gdLst>
                  <a:gd name="T0" fmla="*/ 4 w 6"/>
                  <a:gd name="T1" fmla="*/ 0 h 9"/>
                  <a:gd name="T2" fmla="*/ 5 w 6"/>
                  <a:gd name="T3" fmla="*/ 0 h 9"/>
                  <a:gd name="T4" fmla="*/ 6 w 6"/>
                  <a:gd name="T5" fmla="*/ 2 h 9"/>
                  <a:gd name="T6" fmla="*/ 3 w 6"/>
                  <a:gd name="T7" fmla="*/ 8 h 9"/>
                  <a:gd name="T8" fmla="*/ 1 w 6"/>
                  <a:gd name="T9" fmla="*/ 8 h 9"/>
                  <a:gd name="T10" fmla="*/ 1 w 6"/>
                  <a:gd name="T11" fmla="*/ 6 h 9"/>
                  <a:gd name="T12" fmla="*/ 3 w 6"/>
                  <a:gd name="T13" fmla="*/ 1 h 9"/>
                  <a:gd name="T14" fmla="*/ 4 w 6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9"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cubicBezTo>
                      <a:pt x="5" y="0"/>
                      <a:pt x="6" y="1"/>
                      <a:pt x="6" y="2"/>
                    </a:cubicBezTo>
                    <a:cubicBezTo>
                      <a:pt x="5" y="4"/>
                      <a:pt x="4" y="6"/>
                      <a:pt x="3" y="8"/>
                    </a:cubicBezTo>
                    <a:cubicBezTo>
                      <a:pt x="3" y="9"/>
                      <a:pt x="2" y="9"/>
                      <a:pt x="1" y="8"/>
                    </a:cubicBezTo>
                    <a:cubicBezTo>
                      <a:pt x="1" y="8"/>
                      <a:pt x="0" y="7"/>
                      <a:pt x="1" y="6"/>
                    </a:cubicBezTo>
                    <a:cubicBezTo>
                      <a:pt x="1" y="5"/>
                      <a:pt x="2" y="3"/>
                      <a:pt x="3" y="1"/>
                    </a:cubicBezTo>
                    <a:cubicBezTo>
                      <a:pt x="3" y="1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85"/>
              <p:cNvSpPr>
                <a:spLocks/>
              </p:cNvSpPr>
              <p:nvPr/>
            </p:nvSpPr>
            <p:spPr bwMode="auto">
              <a:xfrm>
                <a:off x="6218238" y="2717800"/>
                <a:ext cx="26988" cy="31750"/>
              </a:xfrm>
              <a:custGeom>
                <a:avLst/>
                <a:gdLst>
                  <a:gd name="T0" fmla="*/ 5 w 7"/>
                  <a:gd name="T1" fmla="*/ 0 h 8"/>
                  <a:gd name="T2" fmla="*/ 6 w 7"/>
                  <a:gd name="T3" fmla="*/ 0 h 8"/>
                  <a:gd name="T4" fmla="*/ 6 w 7"/>
                  <a:gd name="T5" fmla="*/ 3 h 8"/>
                  <a:gd name="T6" fmla="*/ 2 w 7"/>
                  <a:gd name="T7" fmla="*/ 7 h 8"/>
                  <a:gd name="T8" fmla="*/ 0 w 7"/>
                  <a:gd name="T9" fmla="*/ 7 h 8"/>
                  <a:gd name="T10" fmla="*/ 0 w 7"/>
                  <a:gd name="T11" fmla="*/ 5 h 8"/>
                  <a:gd name="T12" fmla="*/ 4 w 7"/>
                  <a:gd name="T13" fmla="*/ 1 h 8"/>
                  <a:gd name="T14" fmla="*/ 5 w 7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5" y="0"/>
                    </a:move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2"/>
                      <a:pt x="6" y="3"/>
                    </a:cubicBezTo>
                    <a:cubicBezTo>
                      <a:pt x="5" y="4"/>
                      <a:pt x="4" y="6"/>
                      <a:pt x="2" y="7"/>
                    </a:cubicBezTo>
                    <a:cubicBezTo>
                      <a:pt x="2" y="8"/>
                      <a:pt x="1" y="8"/>
                      <a:pt x="0" y="7"/>
                    </a:cubicBezTo>
                    <a:cubicBezTo>
                      <a:pt x="0" y="7"/>
                      <a:pt x="0" y="6"/>
                      <a:pt x="0" y="5"/>
                    </a:cubicBezTo>
                    <a:cubicBezTo>
                      <a:pt x="1" y="4"/>
                      <a:pt x="3" y="2"/>
                      <a:pt x="4" y="1"/>
                    </a:cubicBezTo>
                    <a:cubicBezTo>
                      <a:pt x="4" y="0"/>
                      <a:pt x="5" y="0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86"/>
              <p:cNvSpPr>
                <a:spLocks noEditPoints="1"/>
              </p:cNvSpPr>
              <p:nvPr/>
            </p:nvSpPr>
            <p:spPr bwMode="auto">
              <a:xfrm>
                <a:off x="6134100" y="2414588"/>
                <a:ext cx="92075" cy="84137"/>
              </a:xfrm>
              <a:custGeom>
                <a:avLst/>
                <a:gdLst>
                  <a:gd name="T0" fmla="*/ 12 w 24"/>
                  <a:gd name="T1" fmla="*/ 22 h 22"/>
                  <a:gd name="T2" fmla="*/ 7 w 24"/>
                  <a:gd name="T3" fmla="*/ 20 h 22"/>
                  <a:gd name="T4" fmla="*/ 3 w 24"/>
                  <a:gd name="T5" fmla="*/ 6 h 22"/>
                  <a:gd name="T6" fmla="*/ 17 w 24"/>
                  <a:gd name="T7" fmla="*/ 3 h 22"/>
                  <a:gd name="T8" fmla="*/ 21 w 24"/>
                  <a:gd name="T9" fmla="*/ 17 h 22"/>
                  <a:gd name="T10" fmla="*/ 12 w 24"/>
                  <a:gd name="T11" fmla="*/ 22 h 22"/>
                  <a:gd name="T12" fmla="*/ 12 w 24"/>
                  <a:gd name="T13" fmla="*/ 4 h 22"/>
                  <a:gd name="T14" fmla="*/ 6 w 24"/>
                  <a:gd name="T15" fmla="*/ 8 h 22"/>
                  <a:gd name="T16" fmla="*/ 8 w 24"/>
                  <a:gd name="T17" fmla="*/ 18 h 22"/>
                  <a:gd name="T18" fmla="*/ 18 w 24"/>
                  <a:gd name="T19" fmla="*/ 15 h 22"/>
                  <a:gd name="T20" fmla="*/ 16 w 24"/>
                  <a:gd name="T21" fmla="*/ 5 h 22"/>
                  <a:gd name="T22" fmla="*/ 12 w 24"/>
                  <a:gd name="T23" fmla="*/ 4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2">
                    <a:moveTo>
                      <a:pt x="12" y="22"/>
                    </a:moveTo>
                    <a:cubicBezTo>
                      <a:pt x="10" y="22"/>
                      <a:pt x="8" y="21"/>
                      <a:pt x="7" y="20"/>
                    </a:cubicBezTo>
                    <a:cubicBezTo>
                      <a:pt x="2" y="17"/>
                      <a:pt x="0" y="11"/>
                      <a:pt x="3" y="6"/>
                    </a:cubicBezTo>
                    <a:cubicBezTo>
                      <a:pt x="6" y="1"/>
                      <a:pt x="12" y="0"/>
                      <a:pt x="17" y="3"/>
                    </a:cubicBezTo>
                    <a:cubicBezTo>
                      <a:pt x="22" y="5"/>
                      <a:pt x="24" y="12"/>
                      <a:pt x="21" y="17"/>
                    </a:cubicBezTo>
                    <a:cubicBezTo>
                      <a:pt x="19" y="20"/>
                      <a:pt x="16" y="22"/>
                      <a:pt x="12" y="22"/>
                    </a:cubicBezTo>
                    <a:close/>
                    <a:moveTo>
                      <a:pt x="12" y="4"/>
                    </a:moveTo>
                    <a:cubicBezTo>
                      <a:pt x="9" y="4"/>
                      <a:pt x="7" y="5"/>
                      <a:pt x="6" y="8"/>
                    </a:cubicBezTo>
                    <a:cubicBezTo>
                      <a:pt x="4" y="11"/>
                      <a:pt x="5" y="16"/>
                      <a:pt x="8" y="18"/>
                    </a:cubicBezTo>
                    <a:cubicBezTo>
                      <a:pt x="12" y="20"/>
                      <a:pt x="16" y="18"/>
                      <a:pt x="18" y="15"/>
                    </a:cubicBezTo>
                    <a:cubicBezTo>
                      <a:pt x="20" y="12"/>
                      <a:pt x="19" y="7"/>
                      <a:pt x="16" y="5"/>
                    </a:cubicBezTo>
                    <a:cubicBezTo>
                      <a:pt x="15" y="4"/>
                      <a:pt x="13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87"/>
              <p:cNvSpPr>
                <a:spLocks noEditPoints="1"/>
              </p:cNvSpPr>
              <p:nvPr/>
            </p:nvSpPr>
            <p:spPr bwMode="auto">
              <a:xfrm>
                <a:off x="6230938" y="2582863"/>
                <a:ext cx="79375" cy="77787"/>
              </a:xfrm>
              <a:custGeom>
                <a:avLst/>
                <a:gdLst>
                  <a:gd name="T0" fmla="*/ 11 w 21"/>
                  <a:gd name="T1" fmla="*/ 20 h 20"/>
                  <a:gd name="T2" fmla="*/ 1 w 21"/>
                  <a:gd name="T3" fmla="*/ 11 h 20"/>
                  <a:gd name="T4" fmla="*/ 10 w 21"/>
                  <a:gd name="T5" fmla="*/ 0 h 20"/>
                  <a:gd name="T6" fmla="*/ 11 w 21"/>
                  <a:gd name="T7" fmla="*/ 0 h 20"/>
                  <a:gd name="T8" fmla="*/ 21 w 21"/>
                  <a:gd name="T9" fmla="*/ 10 h 20"/>
                  <a:gd name="T10" fmla="*/ 11 w 21"/>
                  <a:gd name="T11" fmla="*/ 20 h 20"/>
                  <a:gd name="T12" fmla="*/ 11 w 21"/>
                  <a:gd name="T13" fmla="*/ 20 h 20"/>
                  <a:gd name="T14" fmla="*/ 11 w 21"/>
                  <a:gd name="T15" fmla="*/ 3 h 20"/>
                  <a:gd name="T16" fmla="*/ 4 w 21"/>
                  <a:gd name="T17" fmla="*/ 10 h 20"/>
                  <a:gd name="T18" fmla="*/ 11 w 21"/>
                  <a:gd name="T19" fmla="*/ 17 h 20"/>
                  <a:gd name="T20" fmla="*/ 11 w 21"/>
                  <a:gd name="T21" fmla="*/ 17 h 20"/>
                  <a:gd name="T22" fmla="*/ 18 w 21"/>
                  <a:gd name="T23" fmla="*/ 10 h 20"/>
                  <a:gd name="T24" fmla="*/ 11 w 21"/>
                  <a:gd name="T25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0">
                    <a:moveTo>
                      <a:pt x="11" y="20"/>
                    </a:moveTo>
                    <a:cubicBezTo>
                      <a:pt x="5" y="20"/>
                      <a:pt x="1" y="16"/>
                      <a:pt x="1" y="11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15"/>
                      <a:pt x="17" y="20"/>
                      <a:pt x="11" y="20"/>
                    </a:cubicBezTo>
                    <a:cubicBezTo>
                      <a:pt x="11" y="20"/>
                      <a:pt x="11" y="20"/>
                      <a:pt x="11" y="20"/>
                    </a:cubicBezTo>
                    <a:close/>
                    <a:moveTo>
                      <a:pt x="11" y="3"/>
                    </a:moveTo>
                    <a:cubicBezTo>
                      <a:pt x="7" y="3"/>
                      <a:pt x="3" y="6"/>
                      <a:pt x="4" y="10"/>
                    </a:cubicBezTo>
                    <a:cubicBezTo>
                      <a:pt x="4" y="14"/>
                      <a:pt x="7" y="17"/>
                      <a:pt x="11" y="17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5" y="17"/>
                      <a:pt x="18" y="14"/>
                      <a:pt x="18" y="10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88"/>
              <p:cNvSpPr>
                <a:spLocks noEditPoints="1"/>
              </p:cNvSpPr>
              <p:nvPr/>
            </p:nvSpPr>
            <p:spPr bwMode="auto">
              <a:xfrm>
                <a:off x="5976938" y="2514600"/>
                <a:ext cx="214313" cy="211137"/>
              </a:xfrm>
              <a:custGeom>
                <a:avLst/>
                <a:gdLst>
                  <a:gd name="T0" fmla="*/ 55 w 56"/>
                  <a:gd name="T1" fmla="*/ 26 h 55"/>
                  <a:gd name="T2" fmla="*/ 51 w 56"/>
                  <a:gd name="T3" fmla="*/ 26 h 55"/>
                  <a:gd name="T4" fmla="*/ 30 w 56"/>
                  <a:gd name="T5" fmla="*/ 4 h 55"/>
                  <a:gd name="T6" fmla="*/ 30 w 56"/>
                  <a:gd name="T7" fmla="*/ 1 h 55"/>
                  <a:gd name="T8" fmla="*/ 28 w 56"/>
                  <a:gd name="T9" fmla="*/ 0 h 55"/>
                  <a:gd name="T10" fmla="*/ 27 w 56"/>
                  <a:gd name="T11" fmla="*/ 1 h 55"/>
                  <a:gd name="T12" fmla="*/ 27 w 56"/>
                  <a:gd name="T13" fmla="*/ 4 h 55"/>
                  <a:gd name="T14" fmla="*/ 5 w 56"/>
                  <a:gd name="T15" fmla="*/ 26 h 55"/>
                  <a:gd name="T16" fmla="*/ 2 w 56"/>
                  <a:gd name="T17" fmla="*/ 26 h 55"/>
                  <a:gd name="T18" fmla="*/ 0 w 56"/>
                  <a:gd name="T19" fmla="*/ 28 h 55"/>
                  <a:gd name="T20" fmla="*/ 2 w 56"/>
                  <a:gd name="T21" fmla="*/ 29 h 55"/>
                  <a:gd name="T22" fmla="*/ 5 w 56"/>
                  <a:gd name="T23" fmla="*/ 29 h 55"/>
                  <a:gd name="T24" fmla="*/ 27 w 56"/>
                  <a:gd name="T25" fmla="*/ 51 h 55"/>
                  <a:gd name="T26" fmla="*/ 27 w 56"/>
                  <a:gd name="T27" fmla="*/ 54 h 55"/>
                  <a:gd name="T28" fmla="*/ 28 w 56"/>
                  <a:gd name="T29" fmla="*/ 55 h 55"/>
                  <a:gd name="T30" fmla="*/ 30 w 56"/>
                  <a:gd name="T31" fmla="*/ 54 h 55"/>
                  <a:gd name="T32" fmla="*/ 30 w 56"/>
                  <a:gd name="T33" fmla="*/ 51 h 55"/>
                  <a:gd name="T34" fmla="*/ 51 w 56"/>
                  <a:gd name="T35" fmla="*/ 29 h 55"/>
                  <a:gd name="T36" fmla="*/ 55 w 56"/>
                  <a:gd name="T37" fmla="*/ 29 h 55"/>
                  <a:gd name="T38" fmla="*/ 56 w 56"/>
                  <a:gd name="T39" fmla="*/ 28 h 55"/>
                  <a:gd name="T40" fmla="*/ 55 w 56"/>
                  <a:gd name="T41" fmla="*/ 26 h 55"/>
                  <a:gd name="T42" fmla="*/ 30 w 56"/>
                  <a:gd name="T43" fmla="*/ 48 h 55"/>
                  <a:gd name="T44" fmla="*/ 30 w 56"/>
                  <a:gd name="T45" fmla="*/ 42 h 55"/>
                  <a:gd name="T46" fmla="*/ 28 w 56"/>
                  <a:gd name="T47" fmla="*/ 40 h 55"/>
                  <a:gd name="T48" fmla="*/ 27 w 56"/>
                  <a:gd name="T49" fmla="*/ 42 h 55"/>
                  <a:gd name="T50" fmla="*/ 27 w 56"/>
                  <a:gd name="T51" fmla="*/ 48 h 55"/>
                  <a:gd name="T52" fmla="*/ 8 w 56"/>
                  <a:gd name="T53" fmla="*/ 29 h 55"/>
                  <a:gd name="T54" fmla="*/ 14 w 56"/>
                  <a:gd name="T55" fmla="*/ 29 h 55"/>
                  <a:gd name="T56" fmla="*/ 15 w 56"/>
                  <a:gd name="T57" fmla="*/ 28 h 55"/>
                  <a:gd name="T58" fmla="*/ 14 w 56"/>
                  <a:gd name="T59" fmla="*/ 26 h 55"/>
                  <a:gd name="T60" fmla="*/ 8 w 56"/>
                  <a:gd name="T61" fmla="*/ 26 h 55"/>
                  <a:gd name="T62" fmla="*/ 27 w 56"/>
                  <a:gd name="T63" fmla="*/ 7 h 55"/>
                  <a:gd name="T64" fmla="*/ 27 w 56"/>
                  <a:gd name="T65" fmla="*/ 13 h 55"/>
                  <a:gd name="T66" fmla="*/ 28 w 56"/>
                  <a:gd name="T67" fmla="*/ 15 h 55"/>
                  <a:gd name="T68" fmla="*/ 30 w 56"/>
                  <a:gd name="T69" fmla="*/ 13 h 55"/>
                  <a:gd name="T70" fmla="*/ 30 w 56"/>
                  <a:gd name="T71" fmla="*/ 7 h 55"/>
                  <a:gd name="T72" fmla="*/ 48 w 56"/>
                  <a:gd name="T73" fmla="*/ 26 h 55"/>
                  <a:gd name="T74" fmla="*/ 43 w 56"/>
                  <a:gd name="T75" fmla="*/ 26 h 55"/>
                  <a:gd name="T76" fmla="*/ 41 w 56"/>
                  <a:gd name="T77" fmla="*/ 28 h 55"/>
                  <a:gd name="T78" fmla="*/ 43 w 56"/>
                  <a:gd name="T79" fmla="*/ 29 h 55"/>
                  <a:gd name="T80" fmla="*/ 48 w 56"/>
                  <a:gd name="T81" fmla="*/ 29 h 55"/>
                  <a:gd name="T82" fmla="*/ 30 w 56"/>
                  <a:gd name="T83" fmla="*/ 48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6" h="55">
                    <a:moveTo>
                      <a:pt x="55" y="26"/>
                    </a:moveTo>
                    <a:cubicBezTo>
                      <a:pt x="51" y="26"/>
                      <a:pt x="51" y="26"/>
                      <a:pt x="51" y="26"/>
                    </a:cubicBezTo>
                    <a:cubicBezTo>
                      <a:pt x="51" y="14"/>
                      <a:pt x="41" y="5"/>
                      <a:pt x="30" y="4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29" y="0"/>
                      <a:pt x="28" y="0"/>
                    </a:cubicBezTo>
                    <a:cubicBezTo>
                      <a:pt x="27" y="0"/>
                      <a:pt x="27" y="0"/>
                      <a:pt x="27" y="1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15" y="5"/>
                      <a:pt x="6" y="14"/>
                      <a:pt x="5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28"/>
                      <a:pt x="1" y="29"/>
                      <a:pt x="2" y="29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41"/>
                      <a:pt x="15" y="50"/>
                      <a:pt x="27" y="51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7" y="55"/>
                      <a:pt x="27" y="55"/>
                      <a:pt x="28" y="55"/>
                    </a:cubicBezTo>
                    <a:cubicBezTo>
                      <a:pt x="29" y="55"/>
                      <a:pt x="30" y="55"/>
                      <a:pt x="30" y="54"/>
                    </a:cubicBezTo>
                    <a:cubicBezTo>
                      <a:pt x="30" y="51"/>
                      <a:pt x="30" y="51"/>
                      <a:pt x="30" y="51"/>
                    </a:cubicBezTo>
                    <a:cubicBezTo>
                      <a:pt x="41" y="50"/>
                      <a:pt x="51" y="41"/>
                      <a:pt x="51" y="29"/>
                    </a:cubicBezTo>
                    <a:cubicBezTo>
                      <a:pt x="55" y="29"/>
                      <a:pt x="55" y="29"/>
                      <a:pt x="55" y="29"/>
                    </a:cubicBezTo>
                    <a:cubicBezTo>
                      <a:pt x="56" y="29"/>
                      <a:pt x="56" y="28"/>
                      <a:pt x="56" y="28"/>
                    </a:cubicBezTo>
                    <a:cubicBezTo>
                      <a:pt x="56" y="27"/>
                      <a:pt x="56" y="26"/>
                      <a:pt x="55" y="26"/>
                    </a:cubicBezTo>
                    <a:close/>
                    <a:moveTo>
                      <a:pt x="30" y="48"/>
                    </a:move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41"/>
                      <a:pt x="29" y="40"/>
                      <a:pt x="28" y="40"/>
                    </a:cubicBezTo>
                    <a:cubicBezTo>
                      <a:pt x="27" y="40"/>
                      <a:pt x="27" y="41"/>
                      <a:pt x="27" y="42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17" y="47"/>
                      <a:pt x="9" y="39"/>
                      <a:pt x="8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5" y="29"/>
                      <a:pt x="15" y="28"/>
                      <a:pt x="15" y="28"/>
                    </a:cubicBezTo>
                    <a:cubicBezTo>
                      <a:pt x="15" y="27"/>
                      <a:pt x="15" y="26"/>
                      <a:pt x="14" y="2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9" y="16"/>
                      <a:pt x="17" y="8"/>
                      <a:pt x="27" y="7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5"/>
                      <a:pt x="28" y="15"/>
                    </a:cubicBezTo>
                    <a:cubicBezTo>
                      <a:pt x="29" y="15"/>
                      <a:pt x="30" y="14"/>
                      <a:pt x="30" y="1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40" y="8"/>
                      <a:pt x="48" y="16"/>
                      <a:pt x="48" y="26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42" y="26"/>
                      <a:pt x="41" y="27"/>
                      <a:pt x="41" y="28"/>
                    </a:cubicBezTo>
                    <a:cubicBezTo>
                      <a:pt x="41" y="28"/>
                      <a:pt x="42" y="29"/>
                      <a:pt x="43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39"/>
                      <a:pt x="40" y="47"/>
                      <a:pt x="30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89"/>
              <p:cNvSpPr>
                <a:spLocks noEditPoints="1"/>
              </p:cNvSpPr>
              <p:nvPr/>
            </p:nvSpPr>
            <p:spPr bwMode="auto">
              <a:xfrm>
                <a:off x="6057900" y="2590800"/>
                <a:ext cx="57150" cy="58737"/>
              </a:xfrm>
              <a:custGeom>
                <a:avLst/>
                <a:gdLst>
                  <a:gd name="T0" fmla="*/ 7 w 15"/>
                  <a:gd name="T1" fmla="*/ 0 h 15"/>
                  <a:gd name="T2" fmla="*/ 0 w 15"/>
                  <a:gd name="T3" fmla="*/ 8 h 15"/>
                  <a:gd name="T4" fmla="*/ 7 w 15"/>
                  <a:gd name="T5" fmla="*/ 15 h 15"/>
                  <a:gd name="T6" fmla="*/ 15 w 15"/>
                  <a:gd name="T7" fmla="*/ 8 h 15"/>
                  <a:gd name="T8" fmla="*/ 7 w 15"/>
                  <a:gd name="T9" fmla="*/ 0 h 15"/>
                  <a:gd name="T10" fmla="*/ 7 w 15"/>
                  <a:gd name="T11" fmla="*/ 12 h 15"/>
                  <a:gd name="T12" fmla="*/ 3 w 15"/>
                  <a:gd name="T13" fmla="*/ 8 h 15"/>
                  <a:gd name="T14" fmla="*/ 7 w 15"/>
                  <a:gd name="T15" fmla="*/ 3 h 15"/>
                  <a:gd name="T16" fmla="*/ 12 w 15"/>
                  <a:gd name="T17" fmla="*/ 8 h 15"/>
                  <a:gd name="T18" fmla="*/ 7 w 15"/>
                  <a:gd name="T19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5">
                    <a:moveTo>
                      <a:pt x="7" y="0"/>
                    </a:moveTo>
                    <a:cubicBezTo>
                      <a:pt x="3" y="0"/>
                      <a:pt x="0" y="3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2" y="15"/>
                      <a:pt x="15" y="12"/>
                      <a:pt x="15" y="8"/>
                    </a:cubicBezTo>
                    <a:cubicBezTo>
                      <a:pt x="15" y="3"/>
                      <a:pt x="12" y="0"/>
                      <a:pt x="7" y="0"/>
                    </a:cubicBezTo>
                    <a:close/>
                    <a:moveTo>
                      <a:pt x="7" y="12"/>
                    </a:moveTo>
                    <a:cubicBezTo>
                      <a:pt x="5" y="12"/>
                      <a:pt x="3" y="10"/>
                      <a:pt x="3" y="8"/>
                    </a:cubicBezTo>
                    <a:cubicBezTo>
                      <a:pt x="3" y="5"/>
                      <a:pt x="5" y="3"/>
                      <a:pt x="7" y="3"/>
                    </a:cubicBezTo>
                    <a:cubicBezTo>
                      <a:pt x="10" y="3"/>
                      <a:pt x="12" y="5"/>
                      <a:pt x="12" y="8"/>
                    </a:cubicBezTo>
                    <a:cubicBezTo>
                      <a:pt x="12" y="10"/>
                      <a:pt x="10" y="12"/>
                      <a:pt x="7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8" name="Group 57"/>
          <p:cNvGrpSpPr/>
          <p:nvPr userDrawn="1"/>
        </p:nvGrpSpPr>
        <p:grpSpPr>
          <a:xfrm>
            <a:off x="275076" y="4986042"/>
            <a:ext cx="644208" cy="629892"/>
            <a:chOff x="161629" y="3697256"/>
            <a:chExt cx="429472" cy="429472"/>
          </a:xfrm>
          <a:solidFill>
            <a:schemeClr val="accent1"/>
          </a:solidFill>
        </p:grpSpPr>
        <p:sp>
          <p:nvSpPr>
            <p:cNvPr id="59" name="Freeform 45"/>
            <p:cNvSpPr>
              <a:spLocks noEditPoints="1"/>
            </p:cNvSpPr>
            <p:nvPr/>
          </p:nvSpPr>
          <p:spPr bwMode="auto">
            <a:xfrm>
              <a:off x="161629" y="3697256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26497" y="3766555"/>
              <a:ext cx="298698" cy="297473"/>
              <a:chOff x="9496425" y="2376488"/>
              <a:chExt cx="387350" cy="385762"/>
            </a:xfrm>
            <a:grpFill/>
          </p:grpSpPr>
          <p:sp>
            <p:nvSpPr>
              <p:cNvPr id="61" name="Freeform 93"/>
              <p:cNvSpPr>
                <a:spLocks noEditPoints="1"/>
              </p:cNvSpPr>
              <p:nvPr/>
            </p:nvSpPr>
            <p:spPr bwMode="auto">
              <a:xfrm>
                <a:off x="9496425" y="2484438"/>
                <a:ext cx="185738" cy="80962"/>
              </a:xfrm>
              <a:custGeom>
                <a:avLst/>
                <a:gdLst>
                  <a:gd name="T0" fmla="*/ 47 w 48"/>
                  <a:gd name="T1" fmla="*/ 21 h 21"/>
                  <a:gd name="T2" fmla="*/ 1 w 48"/>
                  <a:gd name="T3" fmla="*/ 21 h 21"/>
                  <a:gd name="T4" fmla="*/ 0 w 48"/>
                  <a:gd name="T5" fmla="*/ 20 h 21"/>
                  <a:gd name="T6" fmla="*/ 0 w 48"/>
                  <a:gd name="T7" fmla="*/ 19 h 21"/>
                  <a:gd name="T8" fmla="*/ 4 w 48"/>
                  <a:gd name="T9" fmla="*/ 1 h 21"/>
                  <a:gd name="T10" fmla="*/ 6 w 48"/>
                  <a:gd name="T11" fmla="*/ 0 h 21"/>
                  <a:gd name="T12" fmla="*/ 47 w 48"/>
                  <a:gd name="T13" fmla="*/ 0 h 21"/>
                  <a:gd name="T14" fmla="*/ 48 w 48"/>
                  <a:gd name="T15" fmla="*/ 2 h 21"/>
                  <a:gd name="T16" fmla="*/ 48 w 48"/>
                  <a:gd name="T17" fmla="*/ 19 h 21"/>
                  <a:gd name="T18" fmla="*/ 47 w 48"/>
                  <a:gd name="T19" fmla="*/ 21 h 21"/>
                  <a:gd name="T20" fmla="*/ 3 w 48"/>
                  <a:gd name="T21" fmla="*/ 18 h 21"/>
                  <a:gd name="T22" fmla="*/ 45 w 48"/>
                  <a:gd name="T23" fmla="*/ 18 h 21"/>
                  <a:gd name="T24" fmla="*/ 45 w 48"/>
                  <a:gd name="T25" fmla="*/ 3 h 21"/>
                  <a:gd name="T26" fmla="*/ 7 w 48"/>
                  <a:gd name="T27" fmla="*/ 3 h 21"/>
                  <a:gd name="T28" fmla="*/ 3 w 48"/>
                  <a:gd name="T2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21">
                    <a:moveTo>
                      <a:pt x="47" y="21"/>
                    </a:move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0" y="20"/>
                      <a:pt x="0" y="20"/>
                    </a:cubicBezTo>
                    <a:cubicBezTo>
                      <a:pt x="0" y="20"/>
                      <a:pt x="0" y="19"/>
                      <a:pt x="0" y="19"/>
                    </a:cubicBezTo>
                    <a:cubicBezTo>
                      <a:pt x="0" y="13"/>
                      <a:pt x="2" y="7"/>
                      <a:pt x="4" y="1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2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8" y="20"/>
                      <a:pt x="48" y="21"/>
                      <a:pt x="47" y="21"/>
                    </a:cubicBezTo>
                    <a:close/>
                    <a:moveTo>
                      <a:pt x="3" y="18"/>
                    </a:move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5" y="8"/>
                      <a:pt x="3" y="13"/>
                      <a:pt x="3" y="18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94"/>
              <p:cNvSpPr>
                <a:spLocks noEditPoints="1"/>
              </p:cNvSpPr>
              <p:nvPr/>
            </p:nvSpPr>
            <p:spPr bwMode="auto">
              <a:xfrm>
                <a:off x="9496425" y="2578100"/>
                <a:ext cx="185738" cy="80962"/>
              </a:xfrm>
              <a:custGeom>
                <a:avLst/>
                <a:gdLst>
                  <a:gd name="T0" fmla="*/ 47 w 48"/>
                  <a:gd name="T1" fmla="*/ 21 h 21"/>
                  <a:gd name="T2" fmla="*/ 6 w 48"/>
                  <a:gd name="T3" fmla="*/ 21 h 21"/>
                  <a:gd name="T4" fmla="*/ 5 w 48"/>
                  <a:gd name="T5" fmla="*/ 20 h 21"/>
                  <a:gd name="T6" fmla="*/ 0 w 48"/>
                  <a:gd name="T7" fmla="*/ 2 h 21"/>
                  <a:gd name="T8" fmla="*/ 0 w 48"/>
                  <a:gd name="T9" fmla="*/ 1 h 21"/>
                  <a:gd name="T10" fmla="*/ 1 w 48"/>
                  <a:gd name="T11" fmla="*/ 0 h 21"/>
                  <a:gd name="T12" fmla="*/ 47 w 48"/>
                  <a:gd name="T13" fmla="*/ 0 h 21"/>
                  <a:gd name="T14" fmla="*/ 48 w 48"/>
                  <a:gd name="T15" fmla="*/ 2 h 21"/>
                  <a:gd name="T16" fmla="*/ 48 w 48"/>
                  <a:gd name="T17" fmla="*/ 19 h 21"/>
                  <a:gd name="T18" fmla="*/ 47 w 48"/>
                  <a:gd name="T19" fmla="*/ 21 h 21"/>
                  <a:gd name="T20" fmla="*/ 7 w 48"/>
                  <a:gd name="T21" fmla="*/ 18 h 21"/>
                  <a:gd name="T22" fmla="*/ 45 w 48"/>
                  <a:gd name="T23" fmla="*/ 18 h 21"/>
                  <a:gd name="T24" fmla="*/ 45 w 48"/>
                  <a:gd name="T25" fmla="*/ 3 h 21"/>
                  <a:gd name="T26" fmla="*/ 3 w 48"/>
                  <a:gd name="T27" fmla="*/ 3 h 21"/>
                  <a:gd name="T28" fmla="*/ 7 w 48"/>
                  <a:gd name="T29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21">
                    <a:moveTo>
                      <a:pt x="47" y="21"/>
                    </a:moveTo>
                    <a:cubicBezTo>
                      <a:pt x="6" y="21"/>
                      <a:pt x="6" y="21"/>
                      <a:pt x="6" y="21"/>
                    </a:cubicBezTo>
                    <a:cubicBezTo>
                      <a:pt x="5" y="21"/>
                      <a:pt x="5" y="20"/>
                      <a:pt x="5" y="20"/>
                    </a:cubicBezTo>
                    <a:cubicBezTo>
                      <a:pt x="2" y="14"/>
                      <a:pt x="0" y="8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2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8" y="20"/>
                      <a:pt x="48" y="21"/>
                      <a:pt x="47" y="21"/>
                    </a:cubicBezTo>
                    <a:close/>
                    <a:moveTo>
                      <a:pt x="7" y="18"/>
                    </a:move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8"/>
                      <a:pt x="5" y="13"/>
                      <a:pt x="7" y="18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95"/>
              <p:cNvSpPr>
                <a:spLocks noEditPoints="1"/>
              </p:cNvSpPr>
              <p:nvPr/>
            </p:nvSpPr>
            <p:spPr bwMode="auto">
              <a:xfrm>
                <a:off x="9528175" y="2670175"/>
                <a:ext cx="153988" cy="92075"/>
              </a:xfrm>
              <a:custGeom>
                <a:avLst/>
                <a:gdLst>
                  <a:gd name="T0" fmla="*/ 39 w 40"/>
                  <a:gd name="T1" fmla="*/ 24 h 24"/>
                  <a:gd name="T2" fmla="*/ 39 w 40"/>
                  <a:gd name="T3" fmla="*/ 24 h 24"/>
                  <a:gd name="T4" fmla="*/ 0 w 40"/>
                  <a:gd name="T5" fmla="*/ 2 h 24"/>
                  <a:gd name="T6" fmla="*/ 0 w 40"/>
                  <a:gd name="T7" fmla="*/ 1 h 24"/>
                  <a:gd name="T8" fmla="*/ 1 w 40"/>
                  <a:gd name="T9" fmla="*/ 0 h 24"/>
                  <a:gd name="T10" fmla="*/ 39 w 40"/>
                  <a:gd name="T11" fmla="*/ 0 h 24"/>
                  <a:gd name="T12" fmla="*/ 40 w 40"/>
                  <a:gd name="T13" fmla="*/ 1 h 24"/>
                  <a:gd name="T14" fmla="*/ 40 w 40"/>
                  <a:gd name="T15" fmla="*/ 23 h 24"/>
                  <a:gd name="T16" fmla="*/ 40 w 40"/>
                  <a:gd name="T17" fmla="*/ 24 h 24"/>
                  <a:gd name="T18" fmla="*/ 39 w 40"/>
                  <a:gd name="T19" fmla="*/ 24 h 24"/>
                  <a:gd name="T20" fmla="*/ 4 w 40"/>
                  <a:gd name="T21" fmla="*/ 3 h 24"/>
                  <a:gd name="T22" fmla="*/ 37 w 40"/>
                  <a:gd name="T23" fmla="*/ 21 h 24"/>
                  <a:gd name="T24" fmla="*/ 37 w 40"/>
                  <a:gd name="T25" fmla="*/ 3 h 24"/>
                  <a:gd name="T26" fmla="*/ 4 w 40"/>
                  <a:gd name="T27" fmla="*/ 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24">
                    <a:moveTo>
                      <a:pt x="39" y="24"/>
                    </a:moveTo>
                    <a:cubicBezTo>
                      <a:pt x="39" y="24"/>
                      <a:pt x="39" y="24"/>
                      <a:pt x="39" y="24"/>
                    </a:cubicBezTo>
                    <a:cubicBezTo>
                      <a:pt x="23" y="23"/>
                      <a:pt x="9" y="15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0" y="0"/>
                      <a:pt x="40" y="1"/>
                      <a:pt x="40" y="1"/>
                    </a:cubicBezTo>
                    <a:cubicBezTo>
                      <a:pt x="40" y="23"/>
                      <a:pt x="40" y="23"/>
                      <a:pt x="40" y="23"/>
                    </a:cubicBezTo>
                    <a:cubicBezTo>
                      <a:pt x="40" y="23"/>
                      <a:pt x="40" y="24"/>
                      <a:pt x="40" y="24"/>
                    </a:cubicBezTo>
                    <a:cubicBezTo>
                      <a:pt x="39" y="24"/>
                      <a:pt x="39" y="24"/>
                      <a:pt x="39" y="24"/>
                    </a:cubicBezTo>
                    <a:close/>
                    <a:moveTo>
                      <a:pt x="4" y="3"/>
                    </a:moveTo>
                    <a:cubicBezTo>
                      <a:pt x="12" y="13"/>
                      <a:pt x="24" y="20"/>
                      <a:pt x="37" y="21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96"/>
              <p:cNvSpPr>
                <a:spLocks noEditPoints="1"/>
              </p:cNvSpPr>
              <p:nvPr/>
            </p:nvSpPr>
            <p:spPr bwMode="auto">
              <a:xfrm>
                <a:off x="9528175" y="2376488"/>
                <a:ext cx="153988" cy="96837"/>
              </a:xfrm>
              <a:custGeom>
                <a:avLst/>
                <a:gdLst>
                  <a:gd name="T0" fmla="*/ 39 w 40"/>
                  <a:gd name="T1" fmla="*/ 25 h 25"/>
                  <a:gd name="T2" fmla="*/ 1 w 40"/>
                  <a:gd name="T3" fmla="*/ 25 h 25"/>
                  <a:gd name="T4" fmla="*/ 0 w 40"/>
                  <a:gd name="T5" fmla="*/ 24 h 25"/>
                  <a:gd name="T6" fmla="*/ 0 w 40"/>
                  <a:gd name="T7" fmla="*/ 23 h 25"/>
                  <a:gd name="T8" fmla="*/ 39 w 40"/>
                  <a:gd name="T9" fmla="*/ 0 h 25"/>
                  <a:gd name="T10" fmla="*/ 40 w 40"/>
                  <a:gd name="T11" fmla="*/ 1 h 25"/>
                  <a:gd name="T12" fmla="*/ 40 w 40"/>
                  <a:gd name="T13" fmla="*/ 2 h 25"/>
                  <a:gd name="T14" fmla="*/ 40 w 40"/>
                  <a:gd name="T15" fmla="*/ 23 h 25"/>
                  <a:gd name="T16" fmla="*/ 39 w 40"/>
                  <a:gd name="T17" fmla="*/ 25 h 25"/>
                  <a:gd name="T18" fmla="*/ 4 w 40"/>
                  <a:gd name="T19" fmla="*/ 22 h 25"/>
                  <a:gd name="T20" fmla="*/ 37 w 40"/>
                  <a:gd name="T21" fmla="*/ 22 h 25"/>
                  <a:gd name="T22" fmla="*/ 37 w 40"/>
                  <a:gd name="T23" fmla="*/ 4 h 25"/>
                  <a:gd name="T24" fmla="*/ 4 w 40"/>
                  <a:gd name="T25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25">
                    <a:moveTo>
                      <a:pt x="39" y="25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5"/>
                      <a:pt x="0" y="24"/>
                    </a:cubicBezTo>
                    <a:cubicBezTo>
                      <a:pt x="0" y="24"/>
                      <a:pt x="0" y="23"/>
                      <a:pt x="0" y="23"/>
                    </a:cubicBezTo>
                    <a:cubicBezTo>
                      <a:pt x="9" y="10"/>
                      <a:pt x="23" y="1"/>
                      <a:pt x="39" y="0"/>
                    </a:cubicBezTo>
                    <a:cubicBezTo>
                      <a:pt x="39" y="0"/>
                      <a:pt x="39" y="1"/>
                      <a:pt x="40" y="1"/>
                    </a:cubicBezTo>
                    <a:cubicBezTo>
                      <a:pt x="40" y="1"/>
                      <a:pt x="40" y="2"/>
                      <a:pt x="40" y="2"/>
                    </a:cubicBezTo>
                    <a:cubicBezTo>
                      <a:pt x="40" y="23"/>
                      <a:pt x="40" y="23"/>
                      <a:pt x="40" y="23"/>
                    </a:cubicBezTo>
                    <a:cubicBezTo>
                      <a:pt x="40" y="24"/>
                      <a:pt x="40" y="25"/>
                      <a:pt x="39" y="25"/>
                    </a:cubicBezTo>
                    <a:close/>
                    <a:moveTo>
                      <a:pt x="4" y="22"/>
                    </a:moveTo>
                    <a:cubicBezTo>
                      <a:pt x="37" y="22"/>
                      <a:pt x="37" y="22"/>
                      <a:pt x="37" y="22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24" y="5"/>
                      <a:pt x="12" y="11"/>
                      <a:pt x="4" y="22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97"/>
              <p:cNvSpPr>
                <a:spLocks noEditPoints="1"/>
              </p:cNvSpPr>
              <p:nvPr/>
            </p:nvSpPr>
            <p:spPr bwMode="auto">
              <a:xfrm>
                <a:off x="9693275" y="2381250"/>
                <a:ext cx="190500" cy="381000"/>
              </a:xfrm>
              <a:custGeom>
                <a:avLst/>
                <a:gdLst>
                  <a:gd name="T0" fmla="*/ 2 w 49"/>
                  <a:gd name="T1" fmla="*/ 99 h 99"/>
                  <a:gd name="T2" fmla="*/ 1 w 49"/>
                  <a:gd name="T3" fmla="*/ 99 h 99"/>
                  <a:gd name="T4" fmla="*/ 0 w 49"/>
                  <a:gd name="T5" fmla="*/ 98 h 99"/>
                  <a:gd name="T6" fmla="*/ 0 w 49"/>
                  <a:gd name="T7" fmla="*/ 1 h 99"/>
                  <a:gd name="T8" fmla="*/ 1 w 49"/>
                  <a:gd name="T9" fmla="*/ 0 h 99"/>
                  <a:gd name="T10" fmla="*/ 2 w 49"/>
                  <a:gd name="T11" fmla="*/ 0 h 99"/>
                  <a:gd name="T12" fmla="*/ 49 w 49"/>
                  <a:gd name="T13" fmla="*/ 49 h 99"/>
                  <a:gd name="T14" fmla="*/ 2 w 49"/>
                  <a:gd name="T15" fmla="*/ 99 h 99"/>
                  <a:gd name="T16" fmla="*/ 2 w 49"/>
                  <a:gd name="T17" fmla="*/ 99 h 99"/>
                  <a:gd name="T18" fmla="*/ 3 w 49"/>
                  <a:gd name="T19" fmla="*/ 3 h 99"/>
                  <a:gd name="T20" fmla="*/ 3 w 49"/>
                  <a:gd name="T21" fmla="*/ 96 h 99"/>
                  <a:gd name="T22" fmla="*/ 46 w 49"/>
                  <a:gd name="T23" fmla="*/ 49 h 99"/>
                  <a:gd name="T24" fmla="*/ 3 w 49"/>
                  <a:gd name="T25" fmla="*/ 3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99">
                    <a:moveTo>
                      <a:pt x="2" y="99"/>
                    </a:moveTo>
                    <a:cubicBezTo>
                      <a:pt x="2" y="99"/>
                      <a:pt x="1" y="99"/>
                      <a:pt x="1" y="99"/>
                    </a:cubicBezTo>
                    <a:cubicBezTo>
                      <a:pt x="1" y="99"/>
                      <a:pt x="0" y="98"/>
                      <a:pt x="0" y="9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8" y="1"/>
                      <a:pt x="49" y="23"/>
                      <a:pt x="49" y="49"/>
                    </a:cubicBezTo>
                    <a:cubicBezTo>
                      <a:pt x="49" y="76"/>
                      <a:pt x="28" y="98"/>
                      <a:pt x="2" y="99"/>
                    </a:cubicBezTo>
                    <a:cubicBezTo>
                      <a:pt x="2" y="99"/>
                      <a:pt x="2" y="99"/>
                      <a:pt x="2" y="99"/>
                    </a:cubicBezTo>
                    <a:close/>
                    <a:moveTo>
                      <a:pt x="3" y="3"/>
                    </a:moveTo>
                    <a:cubicBezTo>
                      <a:pt x="3" y="96"/>
                      <a:pt x="3" y="96"/>
                      <a:pt x="3" y="96"/>
                    </a:cubicBezTo>
                    <a:cubicBezTo>
                      <a:pt x="27" y="94"/>
                      <a:pt x="46" y="74"/>
                      <a:pt x="46" y="49"/>
                    </a:cubicBezTo>
                    <a:cubicBezTo>
                      <a:pt x="46" y="25"/>
                      <a:pt x="27" y="5"/>
                      <a:pt x="3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98"/>
              <p:cNvSpPr>
                <a:spLocks/>
              </p:cNvSpPr>
              <p:nvPr/>
            </p:nvSpPr>
            <p:spPr bwMode="auto">
              <a:xfrm>
                <a:off x="9748838" y="2500313"/>
                <a:ext cx="84138" cy="142875"/>
              </a:xfrm>
              <a:custGeom>
                <a:avLst/>
                <a:gdLst>
                  <a:gd name="T0" fmla="*/ 1 w 22"/>
                  <a:gd name="T1" fmla="*/ 37 h 37"/>
                  <a:gd name="T2" fmla="*/ 1 w 22"/>
                  <a:gd name="T3" fmla="*/ 36 h 37"/>
                  <a:gd name="T4" fmla="*/ 0 w 22"/>
                  <a:gd name="T5" fmla="*/ 34 h 37"/>
                  <a:gd name="T6" fmla="*/ 19 w 22"/>
                  <a:gd name="T7" fmla="*/ 1 h 37"/>
                  <a:gd name="T8" fmla="*/ 21 w 22"/>
                  <a:gd name="T9" fmla="*/ 0 h 37"/>
                  <a:gd name="T10" fmla="*/ 21 w 22"/>
                  <a:gd name="T11" fmla="*/ 2 h 37"/>
                  <a:gd name="T12" fmla="*/ 3 w 22"/>
                  <a:gd name="T13" fmla="*/ 36 h 37"/>
                  <a:gd name="T14" fmla="*/ 1 w 22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37">
                    <a:moveTo>
                      <a:pt x="1" y="37"/>
                    </a:moveTo>
                    <a:cubicBezTo>
                      <a:pt x="1" y="37"/>
                      <a:pt x="1" y="37"/>
                      <a:pt x="1" y="36"/>
                    </a:cubicBezTo>
                    <a:cubicBezTo>
                      <a:pt x="0" y="36"/>
                      <a:pt x="0" y="35"/>
                      <a:pt x="0" y="34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0"/>
                      <a:pt x="20" y="0"/>
                      <a:pt x="21" y="0"/>
                    </a:cubicBezTo>
                    <a:cubicBezTo>
                      <a:pt x="21" y="1"/>
                      <a:pt x="22" y="2"/>
                      <a:pt x="21" y="2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2" y="36"/>
                      <a:pt x="2" y="37"/>
                      <a:pt x="1" y="37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99"/>
              <p:cNvSpPr>
                <a:spLocks noEditPoints="1"/>
              </p:cNvSpPr>
              <p:nvPr/>
            </p:nvSpPr>
            <p:spPr bwMode="auto">
              <a:xfrm>
                <a:off x="9728200" y="2500313"/>
                <a:ext cx="58738" cy="61912"/>
              </a:xfrm>
              <a:custGeom>
                <a:avLst/>
                <a:gdLst>
                  <a:gd name="T0" fmla="*/ 7 w 15"/>
                  <a:gd name="T1" fmla="*/ 16 h 16"/>
                  <a:gd name="T2" fmla="*/ 0 w 15"/>
                  <a:gd name="T3" fmla="*/ 8 h 16"/>
                  <a:gd name="T4" fmla="*/ 7 w 15"/>
                  <a:gd name="T5" fmla="*/ 0 h 16"/>
                  <a:gd name="T6" fmla="*/ 15 w 15"/>
                  <a:gd name="T7" fmla="*/ 8 h 16"/>
                  <a:gd name="T8" fmla="*/ 7 w 15"/>
                  <a:gd name="T9" fmla="*/ 16 h 16"/>
                  <a:gd name="T10" fmla="*/ 7 w 15"/>
                  <a:gd name="T11" fmla="*/ 3 h 16"/>
                  <a:gd name="T12" fmla="*/ 3 w 15"/>
                  <a:gd name="T13" fmla="*/ 8 h 16"/>
                  <a:gd name="T14" fmla="*/ 7 w 15"/>
                  <a:gd name="T15" fmla="*/ 13 h 16"/>
                  <a:gd name="T16" fmla="*/ 12 w 15"/>
                  <a:gd name="T17" fmla="*/ 8 h 16"/>
                  <a:gd name="T18" fmla="*/ 7 w 15"/>
                  <a:gd name="T19" fmla="*/ 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6">
                    <a:moveTo>
                      <a:pt x="7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1" y="0"/>
                      <a:pt x="15" y="4"/>
                      <a:pt x="15" y="8"/>
                    </a:cubicBezTo>
                    <a:cubicBezTo>
                      <a:pt x="15" y="13"/>
                      <a:pt x="11" y="16"/>
                      <a:pt x="7" y="16"/>
                    </a:cubicBezTo>
                    <a:close/>
                    <a:moveTo>
                      <a:pt x="7" y="3"/>
                    </a:moveTo>
                    <a:cubicBezTo>
                      <a:pt x="5" y="3"/>
                      <a:pt x="3" y="5"/>
                      <a:pt x="3" y="8"/>
                    </a:cubicBezTo>
                    <a:cubicBezTo>
                      <a:pt x="3" y="11"/>
                      <a:pt x="5" y="13"/>
                      <a:pt x="7" y="13"/>
                    </a:cubicBezTo>
                    <a:cubicBezTo>
                      <a:pt x="10" y="13"/>
                      <a:pt x="12" y="11"/>
                      <a:pt x="12" y="8"/>
                    </a:cubicBezTo>
                    <a:cubicBezTo>
                      <a:pt x="12" y="5"/>
                      <a:pt x="10" y="3"/>
                      <a:pt x="7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100"/>
              <p:cNvSpPr>
                <a:spLocks noEditPoints="1"/>
              </p:cNvSpPr>
              <p:nvPr/>
            </p:nvSpPr>
            <p:spPr bwMode="auto">
              <a:xfrm>
                <a:off x="9794875" y="2581275"/>
                <a:ext cx="57150" cy="61912"/>
              </a:xfrm>
              <a:custGeom>
                <a:avLst/>
                <a:gdLst>
                  <a:gd name="T0" fmla="*/ 7 w 15"/>
                  <a:gd name="T1" fmla="*/ 16 h 16"/>
                  <a:gd name="T2" fmla="*/ 0 w 15"/>
                  <a:gd name="T3" fmla="*/ 8 h 16"/>
                  <a:gd name="T4" fmla="*/ 7 w 15"/>
                  <a:gd name="T5" fmla="*/ 0 h 16"/>
                  <a:gd name="T6" fmla="*/ 15 w 15"/>
                  <a:gd name="T7" fmla="*/ 8 h 16"/>
                  <a:gd name="T8" fmla="*/ 7 w 15"/>
                  <a:gd name="T9" fmla="*/ 16 h 16"/>
                  <a:gd name="T10" fmla="*/ 7 w 15"/>
                  <a:gd name="T11" fmla="*/ 3 h 16"/>
                  <a:gd name="T12" fmla="*/ 3 w 15"/>
                  <a:gd name="T13" fmla="*/ 8 h 16"/>
                  <a:gd name="T14" fmla="*/ 7 w 15"/>
                  <a:gd name="T15" fmla="*/ 13 h 16"/>
                  <a:gd name="T16" fmla="*/ 12 w 15"/>
                  <a:gd name="T17" fmla="*/ 8 h 16"/>
                  <a:gd name="T18" fmla="*/ 7 w 15"/>
                  <a:gd name="T19" fmla="*/ 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6">
                    <a:moveTo>
                      <a:pt x="7" y="16"/>
                    </a:moveTo>
                    <a:cubicBezTo>
                      <a:pt x="3" y="16"/>
                      <a:pt x="0" y="12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5" y="3"/>
                      <a:pt x="15" y="8"/>
                    </a:cubicBezTo>
                    <a:cubicBezTo>
                      <a:pt x="15" y="12"/>
                      <a:pt x="11" y="16"/>
                      <a:pt x="7" y="16"/>
                    </a:cubicBezTo>
                    <a:close/>
                    <a:moveTo>
                      <a:pt x="7" y="3"/>
                    </a:moveTo>
                    <a:cubicBezTo>
                      <a:pt x="5" y="3"/>
                      <a:pt x="3" y="5"/>
                      <a:pt x="3" y="8"/>
                    </a:cubicBezTo>
                    <a:cubicBezTo>
                      <a:pt x="3" y="10"/>
                      <a:pt x="5" y="13"/>
                      <a:pt x="7" y="13"/>
                    </a:cubicBezTo>
                    <a:cubicBezTo>
                      <a:pt x="10" y="13"/>
                      <a:pt x="12" y="10"/>
                      <a:pt x="12" y="8"/>
                    </a:cubicBezTo>
                    <a:cubicBezTo>
                      <a:pt x="12" y="5"/>
                      <a:pt x="10" y="3"/>
                      <a:pt x="7" y="3"/>
                    </a:cubicBezTo>
                    <a:close/>
                  </a:path>
                </a:pathLst>
              </a:custGeom>
              <a:grpFill/>
              <a:ln w="127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69" name="Group 68"/>
          <p:cNvGrpSpPr/>
          <p:nvPr userDrawn="1"/>
        </p:nvGrpSpPr>
        <p:grpSpPr>
          <a:xfrm>
            <a:off x="275076" y="5856891"/>
            <a:ext cx="644208" cy="629892"/>
            <a:chOff x="161629" y="4319921"/>
            <a:chExt cx="429472" cy="429472"/>
          </a:xfrm>
          <a:solidFill>
            <a:schemeClr val="accent1"/>
          </a:solidFill>
        </p:grpSpPr>
        <p:sp>
          <p:nvSpPr>
            <p:cNvPr id="70" name="Freeform 45"/>
            <p:cNvSpPr>
              <a:spLocks noEditPoints="1"/>
            </p:cNvSpPr>
            <p:nvPr/>
          </p:nvSpPr>
          <p:spPr bwMode="auto">
            <a:xfrm>
              <a:off x="161629" y="4319921"/>
              <a:ext cx="429472" cy="429472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73" dirty="0">
                <a:solidFill>
                  <a:prstClr val="black"/>
                </a:solidFill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288162" y="4410469"/>
              <a:ext cx="175072" cy="267002"/>
              <a:chOff x="12317413" y="5919788"/>
              <a:chExt cx="411163" cy="627062"/>
            </a:xfrm>
            <a:grpFill/>
          </p:grpSpPr>
          <p:sp>
            <p:nvSpPr>
              <p:cNvPr id="72" name="Freeform 104"/>
              <p:cNvSpPr>
                <a:spLocks/>
              </p:cNvSpPr>
              <p:nvPr/>
            </p:nvSpPr>
            <p:spPr bwMode="auto">
              <a:xfrm>
                <a:off x="12490450" y="6518275"/>
                <a:ext cx="98425" cy="28575"/>
              </a:xfrm>
              <a:custGeom>
                <a:avLst/>
                <a:gdLst>
                  <a:gd name="T0" fmla="*/ 0 w 124"/>
                  <a:gd name="T1" fmla="*/ 16 h 37"/>
                  <a:gd name="T2" fmla="*/ 0 w 124"/>
                  <a:gd name="T3" fmla="*/ 16 h 37"/>
                  <a:gd name="T4" fmla="*/ 65 w 124"/>
                  <a:gd name="T5" fmla="*/ 34 h 37"/>
                  <a:gd name="T6" fmla="*/ 124 w 124"/>
                  <a:gd name="T7" fmla="*/ 1 h 37"/>
                  <a:gd name="T8" fmla="*/ 124 w 124"/>
                  <a:gd name="T9" fmla="*/ 0 h 37"/>
                  <a:gd name="T10" fmla="*/ 0 w 124"/>
                  <a:gd name="T11" fmla="*/ 1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" h="37">
                    <a:moveTo>
                      <a:pt x="0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0" y="30"/>
                      <a:pt x="42" y="37"/>
                      <a:pt x="65" y="34"/>
                    </a:cubicBezTo>
                    <a:cubicBezTo>
                      <a:pt x="88" y="31"/>
                      <a:pt x="108" y="19"/>
                      <a:pt x="124" y="1"/>
                    </a:cubicBezTo>
                    <a:cubicBezTo>
                      <a:pt x="124" y="1"/>
                      <a:pt x="124" y="0"/>
                      <a:pt x="124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105"/>
              <p:cNvSpPr>
                <a:spLocks noEditPoints="1"/>
              </p:cNvSpPr>
              <p:nvPr/>
            </p:nvSpPr>
            <p:spPr bwMode="auto">
              <a:xfrm>
                <a:off x="12503150" y="6219825"/>
                <a:ext cx="90488" cy="90488"/>
              </a:xfrm>
              <a:custGeom>
                <a:avLst/>
                <a:gdLst>
                  <a:gd name="T0" fmla="*/ 113 w 113"/>
                  <a:gd name="T1" fmla="*/ 51 h 113"/>
                  <a:gd name="T2" fmla="*/ 104 w 113"/>
                  <a:gd name="T3" fmla="*/ 49 h 113"/>
                  <a:gd name="T4" fmla="*/ 102 w 113"/>
                  <a:gd name="T5" fmla="*/ 39 h 113"/>
                  <a:gd name="T6" fmla="*/ 108 w 113"/>
                  <a:gd name="T7" fmla="*/ 33 h 113"/>
                  <a:gd name="T8" fmla="*/ 103 w 113"/>
                  <a:gd name="T9" fmla="*/ 24 h 113"/>
                  <a:gd name="T10" fmla="*/ 95 w 113"/>
                  <a:gd name="T11" fmla="*/ 26 h 113"/>
                  <a:gd name="T12" fmla="*/ 91 w 113"/>
                  <a:gd name="T13" fmla="*/ 23 h 113"/>
                  <a:gd name="T14" fmla="*/ 87 w 113"/>
                  <a:gd name="T15" fmla="*/ 19 h 113"/>
                  <a:gd name="T16" fmla="*/ 89 w 113"/>
                  <a:gd name="T17" fmla="*/ 10 h 113"/>
                  <a:gd name="T18" fmla="*/ 81 w 113"/>
                  <a:gd name="T19" fmla="*/ 5 h 113"/>
                  <a:gd name="T20" fmla="*/ 74 w 113"/>
                  <a:gd name="T21" fmla="*/ 11 h 113"/>
                  <a:gd name="T22" fmla="*/ 65 w 113"/>
                  <a:gd name="T23" fmla="*/ 9 h 113"/>
                  <a:gd name="T24" fmla="*/ 62 w 113"/>
                  <a:gd name="T25" fmla="*/ 1 h 113"/>
                  <a:gd name="T26" fmla="*/ 57 w 113"/>
                  <a:gd name="T27" fmla="*/ 0 h 113"/>
                  <a:gd name="T28" fmla="*/ 51 w 113"/>
                  <a:gd name="T29" fmla="*/ 1 h 113"/>
                  <a:gd name="T30" fmla="*/ 49 w 113"/>
                  <a:gd name="T31" fmla="*/ 9 h 113"/>
                  <a:gd name="T32" fmla="*/ 39 w 113"/>
                  <a:gd name="T33" fmla="*/ 11 h 113"/>
                  <a:gd name="T34" fmla="*/ 33 w 113"/>
                  <a:gd name="T35" fmla="*/ 5 h 113"/>
                  <a:gd name="T36" fmla="*/ 24 w 113"/>
                  <a:gd name="T37" fmla="*/ 10 h 113"/>
                  <a:gd name="T38" fmla="*/ 26 w 113"/>
                  <a:gd name="T39" fmla="*/ 19 h 113"/>
                  <a:gd name="T40" fmla="*/ 20 w 113"/>
                  <a:gd name="T41" fmla="*/ 26 h 113"/>
                  <a:gd name="T42" fmla="*/ 11 w 113"/>
                  <a:gd name="T43" fmla="*/ 24 h 113"/>
                  <a:gd name="T44" fmla="*/ 8 w 113"/>
                  <a:gd name="T45" fmla="*/ 28 h 113"/>
                  <a:gd name="T46" fmla="*/ 5 w 113"/>
                  <a:gd name="T47" fmla="*/ 34 h 113"/>
                  <a:gd name="T48" fmla="*/ 12 w 113"/>
                  <a:gd name="T49" fmla="*/ 40 h 113"/>
                  <a:gd name="T50" fmla="*/ 9 w 113"/>
                  <a:gd name="T51" fmla="*/ 49 h 113"/>
                  <a:gd name="T52" fmla="*/ 0 w 113"/>
                  <a:gd name="T53" fmla="*/ 52 h 113"/>
                  <a:gd name="T54" fmla="*/ 0 w 113"/>
                  <a:gd name="T55" fmla="*/ 62 h 113"/>
                  <a:gd name="T56" fmla="*/ 9 w 113"/>
                  <a:gd name="T57" fmla="*/ 64 h 113"/>
                  <a:gd name="T58" fmla="*/ 12 w 113"/>
                  <a:gd name="T59" fmla="*/ 73 h 113"/>
                  <a:gd name="T60" fmla="*/ 5 w 113"/>
                  <a:gd name="T61" fmla="*/ 80 h 113"/>
                  <a:gd name="T62" fmla="*/ 8 w 113"/>
                  <a:gd name="T63" fmla="*/ 85 h 113"/>
                  <a:gd name="T64" fmla="*/ 11 w 113"/>
                  <a:gd name="T65" fmla="*/ 90 h 113"/>
                  <a:gd name="T66" fmla="*/ 20 w 113"/>
                  <a:gd name="T67" fmla="*/ 87 h 113"/>
                  <a:gd name="T68" fmla="*/ 26 w 113"/>
                  <a:gd name="T69" fmla="*/ 94 h 113"/>
                  <a:gd name="T70" fmla="*/ 24 w 113"/>
                  <a:gd name="T71" fmla="*/ 102 h 113"/>
                  <a:gd name="T72" fmla="*/ 28 w 113"/>
                  <a:gd name="T73" fmla="*/ 106 h 113"/>
                  <a:gd name="T74" fmla="*/ 34 w 113"/>
                  <a:gd name="T75" fmla="*/ 108 h 113"/>
                  <a:gd name="T76" fmla="*/ 40 w 113"/>
                  <a:gd name="T77" fmla="*/ 102 h 113"/>
                  <a:gd name="T78" fmla="*/ 49 w 113"/>
                  <a:gd name="T79" fmla="*/ 105 h 113"/>
                  <a:gd name="T80" fmla="*/ 52 w 113"/>
                  <a:gd name="T81" fmla="*/ 113 h 113"/>
                  <a:gd name="T82" fmla="*/ 62 w 113"/>
                  <a:gd name="T83" fmla="*/ 113 h 113"/>
                  <a:gd name="T84" fmla="*/ 64 w 113"/>
                  <a:gd name="T85" fmla="*/ 105 h 113"/>
                  <a:gd name="T86" fmla="*/ 73 w 113"/>
                  <a:gd name="T87" fmla="*/ 102 h 113"/>
                  <a:gd name="T88" fmla="*/ 80 w 113"/>
                  <a:gd name="T89" fmla="*/ 108 h 113"/>
                  <a:gd name="T90" fmla="*/ 85 w 113"/>
                  <a:gd name="T91" fmla="*/ 106 h 113"/>
                  <a:gd name="T92" fmla="*/ 90 w 113"/>
                  <a:gd name="T93" fmla="*/ 102 h 113"/>
                  <a:gd name="T94" fmla="*/ 87 w 113"/>
                  <a:gd name="T95" fmla="*/ 94 h 113"/>
                  <a:gd name="T96" fmla="*/ 95 w 113"/>
                  <a:gd name="T97" fmla="*/ 87 h 113"/>
                  <a:gd name="T98" fmla="*/ 103 w 113"/>
                  <a:gd name="T99" fmla="*/ 89 h 113"/>
                  <a:gd name="T100" fmla="*/ 108 w 113"/>
                  <a:gd name="T101" fmla="*/ 81 h 113"/>
                  <a:gd name="T102" fmla="*/ 102 w 113"/>
                  <a:gd name="T103" fmla="*/ 74 h 113"/>
                  <a:gd name="T104" fmla="*/ 104 w 113"/>
                  <a:gd name="T105" fmla="*/ 65 h 113"/>
                  <a:gd name="T106" fmla="*/ 113 w 113"/>
                  <a:gd name="T107" fmla="*/ 62 h 113"/>
                  <a:gd name="T108" fmla="*/ 113 w 113"/>
                  <a:gd name="T109" fmla="*/ 57 h 113"/>
                  <a:gd name="T110" fmla="*/ 81 w 113"/>
                  <a:gd name="T111" fmla="*/ 81 h 113"/>
                  <a:gd name="T112" fmla="*/ 33 w 113"/>
                  <a:gd name="T113" fmla="*/ 33 h 113"/>
                  <a:gd name="T114" fmla="*/ 81 w 113"/>
                  <a:gd name="T115" fmla="*/ 8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3" h="113">
                    <a:moveTo>
                      <a:pt x="113" y="52"/>
                    </a:moveTo>
                    <a:cubicBezTo>
                      <a:pt x="113" y="51"/>
                      <a:pt x="113" y="51"/>
                      <a:pt x="113" y="51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9"/>
                      <a:pt x="104" y="49"/>
                      <a:pt x="104" y="49"/>
                    </a:cubicBezTo>
                    <a:cubicBezTo>
                      <a:pt x="104" y="46"/>
                      <a:pt x="103" y="43"/>
                      <a:pt x="102" y="40"/>
                    </a:cubicBezTo>
                    <a:cubicBezTo>
                      <a:pt x="102" y="40"/>
                      <a:pt x="102" y="39"/>
                      <a:pt x="102" y="39"/>
                    </a:cubicBezTo>
                    <a:cubicBezTo>
                      <a:pt x="108" y="34"/>
                      <a:pt x="108" y="34"/>
                      <a:pt x="108" y="34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03" y="24"/>
                      <a:pt x="103" y="24"/>
                      <a:pt x="103" y="24"/>
                    </a:cubicBezTo>
                    <a:cubicBezTo>
                      <a:pt x="103" y="24"/>
                      <a:pt x="103" y="24"/>
                      <a:pt x="102" y="24"/>
                    </a:cubicBezTo>
                    <a:cubicBezTo>
                      <a:pt x="95" y="26"/>
                      <a:pt x="95" y="26"/>
                      <a:pt x="95" y="26"/>
                    </a:cubicBezTo>
                    <a:cubicBezTo>
                      <a:pt x="94" y="26"/>
                      <a:pt x="94" y="26"/>
                      <a:pt x="94" y="26"/>
                    </a:cubicBezTo>
                    <a:cubicBezTo>
                      <a:pt x="93" y="25"/>
                      <a:pt x="92" y="24"/>
                      <a:pt x="91" y="23"/>
                    </a:cubicBezTo>
                    <a:cubicBezTo>
                      <a:pt x="90" y="22"/>
                      <a:pt x="88" y="21"/>
                      <a:pt x="87" y="20"/>
                    </a:cubicBezTo>
                    <a:cubicBezTo>
                      <a:pt x="87" y="19"/>
                      <a:pt x="87" y="19"/>
                      <a:pt x="87" y="19"/>
                    </a:cubicBezTo>
                    <a:cubicBezTo>
                      <a:pt x="90" y="11"/>
                      <a:pt x="90" y="11"/>
                      <a:pt x="90" y="11"/>
                    </a:cubicBezTo>
                    <a:cubicBezTo>
                      <a:pt x="90" y="11"/>
                      <a:pt x="90" y="10"/>
                      <a:pt x="89" y="10"/>
                    </a:cubicBezTo>
                    <a:cubicBezTo>
                      <a:pt x="85" y="8"/>
                      <a:pt x="85" y="8"/>
                      <a:pt x="85" y="8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4" y="11"/>
                      <a:pt x="74" y="11"/>
                      <a:pt x="74" y="11"/>
                    </a:cubicBezTo>
                    <a:cubicBezTo>
                      <a:pt x="74" y="12"/>
                      <a:pt x="74" y="12"/>
                      <a:pt x="73" y="12"/>
                    </a:cubicBezTo>
                    <a:cubicBezTo>
                      <a:pt x="71" y="11"/>
                      <a:pt x="68" y="10"/>
                      <a:pt x="65" y="9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1" y="0"/>
                      <a:pt x="51" y="0"/>
                      <a:pt x="51" y="1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6" y="10"/>
                      <a:pt x="43" y="11"/>
                      <a:pt x="40" y="12"/>
                    </a:cubicBezTo>
                    <a:cubicBezTo>
                      <a:pt x="40" y="12"/>
                      <a:pt x="39" y="12"/>
                      <a:pt x="39" y="11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10"/>
                      <a:pt x="24" y="11"/>
                      <a:pt x="24" y="11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9"/>
                      <a:pt x="26" y="19"/>
                      <a:pt x="26" y="20"/>
                    </a:cubicBezTo>
                    <a:cubicBezTo>
                      <a:pt x="24" y="22"/>
                      <a:pt x="22" y="24"/>
                      <a:pt x="20" y="26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0" y="24"/>
                      <a:pt x="10" y="2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5" y="33"/>
                      <a:pt x="5" y="33"/>
                      <a:pt x="5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39"/>
                      <a:pt x="12" y="40"/>
                      <a:pt x="12" y="40"/>
                    </a:cubicBezTo>
                    <a:cubicBezTo>
                      <a:pt x="11" y="43"/>
                      <a:pt x="10" y="46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0" y="51"/>
                      <a:pt x="0" y="51"/>
                      <a:pt x="0" y="5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0" y="62"/>
                      <a:pt x="1" y="62"/>
                    </a:cubicBezTo>
                    <a:cubicBezTo>
                      <a:pt x="9" y="64"/>
                      <a:pt x="9" y="64"/>
                      <a:pt x="9" y="64"/>
                    </a:cubicBezTo>
                    <a:cubicBezTo>
                      <a:pt x="9" y="64"/>
                      <a:pt x="9" y="64"/>
                      <a:pt x="9" y="65"/>
                    </a:cubicBezTo>
                    <a:cubicBezTo>
                      <a:pt x="10" y="68"/>
                      <a:pt x="11" y="71"/>
                      <a:pt x="12" y="73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5" y="80"/>
                      <a:pt x="5" y="80"/>
                      <a:pt x="5" y="81"/>
                    </a:cubicBezTo>
                    <a:cubicBezTo>
                      <a:pt x="8" y="85"/>
                      <a:pt x="8" y="85"/>
                      <a:pt x="8" y="85"/>
                    </a:cubicBezTo>
                    <a:cubicBezTo>
                      <a:pt x="10" y="89"/>
                      <a:pt x="10" y="89"/>
                      <a:pt x="10" y="89"/>
                    </a:cubicBezTo>
                    <a:cubicBezTo>
                      <a:pt x="10" y="90"/>
                      <a:pt x="11" y="90"/>
                      <a:pt x="11" y="90"/>
                    </a:cubicBezTo>
                    <a:cubicBezTo>
                      <a:pt x="19" y="87"/>
                      <a:pt x="19" y="87"/>
                      <a:pt x="19" y="87"/>
                    </a:cubicBezTo>
                    <a:cubicBezTo>
                      <a:pt x="19" y="87"/>
                      <a:pt x="19" y="87"/>
                      <a:pt x="20" y="87"/>
                    </a:cubicBezTo>
                    <a:cubicBezTo>
                      <a:pt x="21" y="88"/>
                      <a:pt x="22" y="90"/>
                      <a:pt x="23" y="91"/>
                    </a:cubicBezTo>
                    <a:cubicBezTo>
                      <a:pt x="24" y="92"/>
                      <a:pt x="25" y="93"/>
                      <a:pt x="26" y="94"/>
                    </a:cubicBezTo>
                    <a:cubicBezTo>
                      <a:pt x="26" y="94"/>
                      <a:pt x="26" y="94"/>
                      <a:pt x="26" y="94"/>
                    </a:cubicBezTo>
                    <a:cubicBezTo>
                      <a:pt x="24" y="102"/>
                      <a:pt x="24" y="102"/>
                      <a:pt x="24" y="102"/>
                    </a:cubicBezTo>
                    <a:cubicBezTo>
                      <a:pt x="24" y="103"/>
                      <a:pt x="24" y="103"/>
                      <a:pt x="24" y="103"/>
                    </a:cubicBezTo>
                    <a:cubicBezTo>
                      <a:pt x="28" y="106"/>
                      <a:pt x="28" y="106"/>
                      <a:pt x="28" y="106"/>
                    </a:cubicBezTo>
                    <a:cubicBezTo>
                      <a:pt x="33" y="108"/>
                      <a:pt x="33" y="108"/>
                      <a:pt x="33" y="108"/>
                    </a:cubicBezTo>
                    <a:cubicBezTo>
                      <a:pt x="33" y="108"/>
                      <a:pt x="33" y="108"/>
                      <a:pt x="34" y="108"/>
                    </a:cubicBezTo>
                    <a:cubicBezTo>
                      <a:pt x="39" y="102"/>
                      <a:pt x="39" y="102"/>
                      <a:pt x="39" y="102"/>
                    </a:cubicBezTo>
                    <a:cubicBezTo>
                      <a:pt x="39" y="102"/>
                      <a:pt x="40" y="102"/>
                      <a:pt x="40" y="102"/>
                    </a:cubicBezTo>
                    <a:cubicBezTo>
                      <a:pt x="43" y="103"/>
                      <a:pt x="46" y="104"/>
                      <a:pt x="49" y="104"/>
                    </a:cubicBezTo>
                    <a:cubicBezTo>
                      <a:pt x="49" y="104"/>
                      <a:pt x="49" y="104"/>
                      <a:pt x="49" y="105"/>
                    </a:cubicBezTo>
                    <a:cubicBezTo>
                      <a:pt x="51" y="113"/>
                      <a:pt x="51" y="113"/>
                      <a:pt x="51" y="113"/>
                    </a:cubicBezTo>
                    <a:cubicBezTo>
                      <a:pt x="51" y="113"/>
                      <a:pt x="51" y="113"/>
                      <a:pt x="52" y="113"/>
                    </a:cubicBezTo>
                    <a:cubicBezTo>
                      <a:pt x="57" y="113"/>
                      <a:pt x="57" y="113"/>
                      <a:pt x="57" y="113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04"/>
                      <a:pt x="64" y="104"/>
                      <a:pt x="65" y="104"/>
                    </a:cubicBezTo>
                    <a:cubicBezTo>
                      <a:pt x="68" y="104"/>
                      <a:pt x="71" y="103"/>
                      <a:pt x="73" y="102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80" y="108"/>
                      <a:pt x="80" y="108"/>
                      <a:pt x="81" y="108"/>
                    </a:cubicBezTo>
                    <a:cubicBezTo>
                      <a:pt x="85" y="106"/>
                      <a:pt x="85" y="106"/>
                      <a:pt x="85" y="106"/>
                    </a:cubicBezTo>
                    <a:cubicBezTo>
                      <a:pt x="89" y="103"/>
                      <a:pt x="89" y="103"/>
                      <a:pt x="89" y="103"/>
                    </a:cubicBezTo>
                    <a:cubicBezTo>
                      <a:pt x="90" y="103"/>
                      <a:pt x="90" y="103"/>
                      <a:pt x="90" y="102"/>
                    </a:cubicBezTo>
                    <a:cubicBezTo>
                      <a:pt x="87" y="94"/>
                      <a:pt x="87" y="94"/>
                      <a:pt x="87" y="94"/>
                    </a:cubicBezTo>
                    <a:cubicBezTo>
                      <a:pt x="87" y="94"/>
                      <a:pt x="87" y="94"/>
                      <a:pt x="87" y="94"/>
                    </a:cubicBezTo>
                    <a:cubicBezTo>
                      <a:pt x="90" y="92"/>
                      <a:pt x="92" y="90"/>
                      <a:pt x="94" y="87"/>
                    </a:cubicBezTo>
                    <a:cubicBezTo>
                      <a:pt x="94" y="87"/>
                      <a:pt x="94" y="87"/>
                      <a:pt x="95" y="87"/>
                    </a:cubicBezTo>
                    <a:cubicBezTo>
                      <a:pt x="102" y="90"/>
                      <a:pt x="102" y="90"/>
                      <a:pt x="102" y="90"/>
                    </a:cubicBezTo>
                    <a:cubicBezTo>
                      <a:pt x="103" y="90"/>
                      <a:pt x="103" y="90"/>
                      <a:pt x="103" y="89"/>
                    </a:cubicBezTo>
                    <a:cubicBezTo>
                      <a:pt x="106" y="85"/>
                      <a:pt x="106" y="85"/>
                      <a:pt x="106" y="85"/>
                    </a:cubicBezTo>
                    <a:cubicBezTo>
                      <a:pt x="108" y="81"/>
                      <a:pt x="108" y="81"/>
                      <a:pt x="108" y="81"/>
                    </a:cubicBezTo>
                    <a:cubicBezTo>
                      <a:pt x="108" y="80"/>
                      <a:pt x="108" y="80"/>
                      <a:pt x="108" y="80"/>
                    </a:cubicBezTo>
                    <a:cubicBezTo>
                      <a:pt x="102" y="74"/>
                      <a:pt x="102" y="74"/>
                      <a:pt x="102" y="74"/>
                    </a:cubicBezTo>
                    <a:cubicBezTo>
                      <a:pt x="102" y="74"/>
                      <a:pt x="102" y="74"/>
                      <a:pt x="102" y="73"/>
                    </a:cubicBezTo>
                    <a:cubicBezTo>
                      <a:pt x="103" y="71"/>
                      <a:pt x="104" y="68"/>
                      <a:pt x="104" y="65"/>
                    </a:cubicBezTo>
                    <a:cubicBezTo>
                      <a:pt x="104" y="64"/>
                      <a:pt x="104" y="64"/>
                      <a:pt x="105" y="64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62"/>
                      <a:pt x="113" y="62"/>
                      <a:pt x="113" y="62"/>
                    </a:cubicBezTo>
                    <a:cubicBezTo>
                      <a:pt x="113" y="57"/>
                      <a:pt x="113" y="57"/>
                      <a:pt x="113" y="57"/>
                    </a:cubicBezTo>
                    <a:lnTo>
                      <a:pt x="113" y="52"/>
                    </a:lnTo>
                    <a:close/>
                    <a:moveTo>
                      <a:pt x="81" y="81"/>
                    </a:moveTo>
                    <a:cubicBezTo>
                      <a:pt x="67" y="94"/>
                      <a:pt x="46" y="94"/>
                      <a:pt x="33" y="81"/>
                    </a:cubicBezTo>
                    <a:cubicBezTo>
                      <a:pt x="19" y="67"/>
                      <a:pt x="19" y="46"/>
                      <a:pt x="33" y="33"/>
                    </a:cubicBezTo>
                    <a:cubicBezTo>
                      <a:pt x="46" y="19"/>
                      <a:pt x="67" y="19"/>
                      <a:pt x="81" y="33"/>
                    </a:cubicBezTo>
                    <a:cubicBezTo>
                      <a:pt x="94" y="46"/>
                      <a:pt x="94" y="67"/>
                      <a:pt x="81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06"/>
              <p:cNvSpPr>
                <a:spLocks/>
              </p:cNvSpPr>
              <p:nvPr/>
            </p:nvSpPr>
            <p:spPr bwMode="auto">
              <a:xfrm>
                <a:off x="12466638" y="5954713"/>
                <a:ext cx="227013" cy="265113"/>
              </a:xfrm>
              <a:custGeom>
                <a:avLst/>
                <a:gdLst>
                  <a:gd name="T0" fmla="*/ 114 w 283"/>
                  <a:gd name="T1" fmla="*/ 218 h 330"/>
                  <a:gd name="T2" fmla="*/ 112 w 283"/>
                  <a:gd name="T3" fmla="*/ 37 h 330"/>
                  <a:gd name="T4" fmla="*/ 144 w 283"/>
                  <a:gd name="T5" fmla="*/ 13 h 330"/>
                  <a:gd name="T6" fmla="*/ 86 w 283"/>
                  <a:gd name="T7" fmla="*/ 0 h 330"/>
                  <a:gd name="T8" fmla="*/ 69 w 283"/>
                  <a:gd name="T9" fmla="*/ 18 h 330"/>
                  <a:gd name="T10" fmla="*/ 66 w 283"/>
                  <a:gd name="T11" fmla="*/ 19 h 330"/>
                  <a:gd name="T12" fmla="*/ 38 w 283"/>
                  <a:gd name="T13" fmla="*/ 10 h 330"/>
                  <a:gd name="T14" fmla="*/ 35 w 283"/>
                  <a:gd name="T15" fmla="*/ 11 h 330"/>
                  <a:gd name="T16" fmla="*/ 26 w 283"/>
                  <a:gd name="T17" fmla="*/ 27 h 330"/>
                  <a:gd name="T18" fmla="*/ 17 w 283"/>
                  <a:gd name="T19" fmla="*/ 43 h 330"/>
                  <a:gd name="T20" fmla="*/ 18 w 283"/>
                  <a:gd name="T21" fmla="*/ 46 h 330"/>
                  <a:gd name="T22" fmla="*/ 40 w 283"/>
                  <a:gd name="T23" fmla="*/ 65 h 330"/>
                  <a:gd name="T24" fmla="*/ 41 w 283"/>
                  <a:gd name="T25" fmla="*/ 68 h 330"/>
                  <a:gd name="T26" fmla="*/ 33 w 283"/>
                  <a:gd name="T27" fmla="*/ 100 h 330"/>
                  <a:gd name="T28" fmla="*/ 31 w 283"/>
                  <a:gd name="T29" fmla="*/ 102 h 330"/>
                  <a:gd name="T30" fmla="*/ 2 w 283"/>
                  <a:gd name="T31" fmla="*/ 108 h 330"/>
                  <a:gd name="T32" fmla="*/ 0 w 283"/>
                  <a:gd name="T33" fmla="*/ 111 h 330"/>
                  <a:gd name="T34" fmla="*/ 0 w 283"/>
                  <a:gd name="T35" fmla="*/ 129 h 330"/>
                  <a:gd name="T36" fmla="*/ 1 w 283"/>
                  <a:gd name="T37" fmla="*/ 147 h 330"/>
                  <a:gd name="T38" fmla="*/ 3 w 283"/>
                  <a:gd name="T39" fmla="*/ 150 h 330"/>
                  <a:gd name="T40" fmla="*/ 32 w 283"/>
                  <a:gd name="T41" fmla="*/ 155 h 330"/>
                  <a:gd name="T42" fmla="*/ 34 w 283"/>
                  <a:gd name="T43" fmla="*/ 157 h 330"/>
                  <a:gd name="T44" fmla="*/ 43 w 283"/>
                  <a:gd name="T45" fmla="*/ 189 h 330"/>
                  <a:gd name="T46" fmla="*/ 42 w 283"/>
                  <a:gd name="T47" fmla="*/ 192 h 330"/>
                  <a:gd name="T48" fmla="*/ 20 w 283"/>
                  <a:gd name="T49" fmla="*/ 212 h 330"/>
                  <a:gd name="T50" fmla="*/ 20 w 283"/>
                  <a:gd name="T51" fmla="*/ 215 h 330"/>
                  <a:gd name="T52" fmla="*/ 29 w 283"/>
                  <a:gd name="T53" fmla="*/ 231 h 330"/>
                  <a:gd name="T54" fmla="*/ 38 w 283"/>
                  <a:gd name="T55" fmla="*/ 246 h 330"/>
                  <a:gd name="T56" fmla="*/ 41 w 283"/>
                  <a:gd name="T57" fmla="*/ 247 h 330"/>
                  <a:gd name="T58" fmla="*/ 69 w 283"/>
                  <a:gd name="T59" fmla="*/ 237 h 330"/>
                  <a:gd name="T60" fmla="*/ 72 w 283"/>
                  <a:gd name="T61" fmla="*/ 238 h 330"/>
                  <a:gd name="T62" fmla="*/ 83 w 283"/>
                  <a:gd name="T63" fmla="*/ 250 h 330"/>
                  <a:gd name="T64" fmla="*/ 96 w 283"/>
                  <a:gd name="T65" fmla="*/ 261 h 330"/>
                  <a:gd name="T66" fmla="*/ 96 w 283"/>
                  <a:gd name="T67" fmla="*/ 264 h 330"/>
                  <a:gd name="T68" fmla="*/ 88 w 283"/>
                  <a:gd name="T69" fmla="*/ 292 h 330"/>
                  <a:gd name="T70" fmla="*/ 89 w 283"/>
                  <a:gd name="T71" fmla="*/ 295 h 330"/>
                  <a:gd name="T72" fmla="*/ 105 w 283"/>
                  <a:gd name="T73" fmla="*/ 304 h 330"/>
                  <a:gd name="T74" fmla="*/ 120 w 283"/>
                  <a:gd name="T75" fmla="*/ 313 h 330"/>
                  <a:gd name="T76" fmla="*/ 124 w 283"/>
                  <a:gd name="T77" fmla="*/ 312 h 330"/>
                  <a:gd name="T78" fmla="*/ 143 w 283"/>
                  <a:gd name="T79" fmla="*/ 290 h 330"/>
                  <a:gd name="T80" fmla="*/ 146 w 283"/>
                  <a:gd name="T81" fmla="*/ 289 h 330"/>
                  <a:gd name="T82" fmla="*/ 177 w 283"/>
                  <a:gd name="T83" fmla="*/ 297 h 330"/>
                  <a:gd name="T84" fmla="*/ 180 w 283"/>
                  <a:gd name="T85" fmla="*/ 299 h 330"/>
                  <a:gd name="T86" fmla="*/ 186 w 283"/>
                  <a:gd name="T87" fmla="*/ 328 h 330"/>
                  <a:gd name="T88" fmla="*/ 189 w 283"/>
                  <a:gd name="T89" fmla="*/ 330 h 330"/>
                  <a:gd name="T90" fmla="*/ 207 w 283"/>
                  <a:gd name="T91" fmla="*/ 330 h 330"/>
                  <a:gd name="T92" fmla="*/ 225 w 283"/>
                  <a:gd name="T93" fmla="*/ 330 h 330"/>
                  <a:gd name="T94" fmla="*/ 227 w 283"/>
                  <a:gd name="T95" fmla="*/ 327 h 330"/>
                  <a:gd name="T96" fmla="*/ 233 w 283"/>
                  <a:gd name="T97" fmla="*/ 299 h 330"/>
                  <a:gd name="T98" fmla="*/ 235 w 283"/>
                  <a:gd name="T99" fmla="*/ 296 h 330"/>
                  <a:gd name="T100" fmla="*/ 266 w 283"/>
                  <a:gd name="T101" fmla="*/ 288 h 330"/>
                  <a:gd name="T102" fmla="*/ 283 w 283"/>
                  <a:gd name="T103" fmla="*/ 228 h 330"/>
                  <a:gd name="T104" fmla="*/ 114 w 283"/>
                  <a:gd name="T105" fmla="*/ 218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3" h="330">
                    <a:moveTo>
                      <a:pt x="114" y="218"/>
                    </a:moveTo>
                    <a:cubicBezTo>
                      <a:pt x="63" y="169"/>
                      <a:pt x="62" y="88"/>
                      <a:pt x="112" y="37"/>
                    </a:cubicBezTo>
                    <a:cubicBezTo>
                      <a:pt x="122" y="27"/>
                      <a:pt x="133" y="19"/>
                      <a:pt x="144" y="13"/>
                    </a:cubicBezTo>
                    <a:cubicBezTo>
                      <a:pt x="126" y="6"/>
                      <a:pt x="106" y="1"/>
                      <a:pt x="86" y="0"/>
                    </a:cubicBezTo>
                    <a:cubicBezTo>
                      <a:pt x="80" y="6"/>
                      <a:pt x="74" y="12"/>
                      <a:pt x="69" y="18"/>
                    </a:cubicBezTo>
                    <a:cubicBezTo>
                      <a:pt x="68" y="19"/>
                      <a:pt x="67" y="19"/>
                      <a:pt x="66" y="19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37" y="10"/>
                      <a:pt x="36" y="10"/>
                      <a:pt x="35" y="11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4"/>
                      <a:pt x="17" y="45"/>
                      <a:pt x="18" y="46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41" y="66"/>
                      <a:pt x="41" y="67"/>
                      <a:pt x="41" y="68"/>
                    </a:cubicBezTo>
                    <a:cubicBezTo>
                      <a:pt x="37" y="78"/>
                      <a:pt x="35" y="89"/>
                      <a:pt x="33" y="100"/>
                    </a:cubicBezTo>
                    <a:cubicBezTo>
                      <a:pt x="33" y="101"/>
                      <a:pt x="32" y="102"/>
                      <a:pt x="31" y="102"/>
                    </a:cubicBezTo>
                    <a:cubicBezTo>
                      <a:pt x="2" y="108"/>
                      <a:pt x="2" y="108"/>
                      <a:pt x="2" y="108"/>
                    </a:cubicBezTo>
                    <a:cubicBezTo>
                      <a:pt x="1" y="109"/>
                      <a:pt x="0" y="110"/>
                      <a:pt x="0" y="111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1" y="147"/>
                      <a:pt x="1" y="147"/>
                      <a:pt x="1" y="147"/>
                    </a:cubicBezTo>
                    <a:cubicBezTo>
                      <a:pt x="1" y="148"/>
                      <a:pt x="2" y="149"/>
                      <a:pt x="3" y="150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33" y="155"/>
                      <a:pt x="34" y="156"/>
                      <a:pt x="34" y="157"/>
                    </a:cubicBezTo>
                    <a:cubicBezTo>
                      <a:pt x="36" y="168"/>
                      <a:pt x="39" y="179"/>
                      <a:pt x="43" y="189"/>
                    </a:cubicBezTo>
                    <a:cubicBezTo>
                      <a:pt x="43" y="190"/>
                      <a:pt x="43" y="191"/>
                      <a:pt x="42" y="192"/>
                    </a:cubicBezTo>
                    <a:cubicBezTo>
                      <a:pt x="20" y="212"/>
                      <a:pt x="20" y="212"/>
                      <a:pt x="20" y="212"/>
                    </a:cubicBezTo>
                    <a:cubicBezTo>
                      <a:pt x="19" y="213"/>
                      <a:pt x="19" y="214"/>
                      <a:pt x="20" y="215"/>
                    </a:cubicBezTo>
                    <a:cubicBezTo>
                      <a:pt x="29" y="231"/>
                      <a:pt x="29" y="231"/>
                      <a:pt x="29" y="231"/>
                    </a:cubicBezTo>
                    <a:cubicBezTo>
                      <a:pt x="38" y="246"/>
                      <a:pt x="38" y="246"/>
                      <a:pt x="38" y="246"/>
                    </a:cubicBezTo>
                    <a:cubicBezTo>
                      <a:pt x="39" y="247"/>
                      <a:pt x="40" y="248"/>
                      <a:pt x="41" y="247"/>
                    </a:cubicBezTo>
                    <a:cubicBezTo>
                      <a:pt x="69" y="237"/>
                      <a:pt x="69" y="237"/>
                      <a:pt x="69" y="237"/>
                    </a:cubicBezTo>
                    <a:cubicBezTo>
                      <a:pt x="70" y="237"/>
                      <a:pt x="71" y="237"/>
                      <a:pt x="72" y="238"/>
                    </a:cubicBezTo>
                    <a:cubicBezTo>
                      <a:pt x="76" y="242"/>
                      <a:pt x="79" y="246"/>
                      <a:pt x="83" y="250"/>
                    </a:cubicBezTo>
                    <a:cubicBezTo>
                      <a:pt x="87" y="254"/>
                      <a:pt x="91" y="258"/>
                      <a:pt x="96" y="261"/>
                    </a:cubicBezTo>
                    <a:cubicBezTo>
                      <a:pt x="96" y="262"/>
                      <a:pt x="97" y="263"/>
                      <a:pt x="96" y="264"/>
                    </a:cubicBezTo>
                    <a:cubicBezTo>
                      <a:pt x="88" y="292"/>
                      <a:pt x="88" y="292"/>
                      <a:pt x="88" y="292"/>
                    </a:cubicBezTo>
                    <a:cubicBezTo>
                      <a:pt x="87" y="293"/>
                      <a:pt x="88" y="295"/>
                      <a:pt x="89" y="295"/>
                    </a:cubicBezTo>
                    <a:cubicBezTo>
                      <a:pt x="105" y="304"/>
                      <a:pt x="105" y="304"/>
                      <a:pt x="105" y="304"/>
                    </a:cubicBezTo>
                    <a:cubicBezTo>
                      <a:pt x="120" y="313"/>
                      <a:pt x="120" y="313"/>
                      <a:pt x="120" y="313"/>
                    </a:cubicBezTo>
                    <a:cubicBezTo>
                      <a:pt x="121" y="313"/>
                      <a:pt x="123" y="313"/>
                      <a:pt x="124" y="312"/>
                    </a:cubicBezTo>
                    <a:cubicBezTo>
                      <a:pt x="143" y="290"/>
                      <a:pt x="143" y="290"/>
                      <a:pt x="143" y="290"/>
                    </a:cubicBezTo>
                    <a:cubicBezTo>
                      <a:pt x="143" y="289"/>
                      <a:pt x="145" y="289"/>
                      <a:pt x="146" y="289"/>
                    </a:cubicBezTo>
                    <a:cubicBezTo>
                      <a:pt x="156" y="293"/>
                      <a:pt x="167" y="296"/>
                      <a:pt x="177" y="297"/>
                    </a:cubicBezTo>
                    <a:cubicBezTo>
                      <a:pt x="179" y="297"/>
                      <a:pt x="179" y="298"/>
                      <a:pt x="180" y="299"/>
                    </a:cubicBezTo>
                    <a:cubicBezTo>
                      <a:pt x="186" y="328"/>
                      <a:pt x="186" y="328"/>
                      <a:pt x="186" y="328"/>
                    </a:cubicBezTo>
                    <a:cubicBezTo>
                      <a:pt x="186" y="329"/>
                      <a:pt x="187" y="330"/>
                      <a:pt x="189" y="330"/>
                    </a:cubicBezTo>
                    <a:cubicBezTo>
                      <a:pt x="207" y="330"/>
                      <a:pt x="207" y="330"/>
                      <a:pt x="207" y="330"/>
                    </a:cubicBezTo>
                    <a:cubicBezTo>
                      <a:pt x="225" y="330"/>
                      <a:pt x="225" y="330"/>
                      <a:pt x="225" y="330"/>
                    </a:cubicBezTo>
                    <a:cubicBezTo>
                      <a:pt x="226" y="330"/>
                      <a:pt x="227" y="329"/>
                      <a:pt x="227" y="327"/>
                    </a:cubicBezTo>
                    <a:cubicBezTo>
                      <a:pt x="233" y="299"/>
                      <a:pt x="233" y="299"/>
                      <a:pt x="233" y="299"/>
                    </a:cubicBezTo>
                    <a:cubicBezTo>
                      <a:pt x="233" y="297"/>
                      <a:pt x="234" y="297"/>
                      <a:pt x="235" y="296"/>
                    </a:cubicBezTo>
                    <a:cubicBezTo>
                      <a:pt x="245" y="295"/>
                      <a:pt x="256" y="292"/>
                      <a:pt x="266" y="288"/>
                    </a:cubicBezTo>
                    <a:cubicBezTo>
                      <a:pt x="274" y="268"/>
                      <a:pt x="281" y="249"/>
                      <a:pt x="283" y="228"/>
                    </a:cubicBezTo>
                    <a:cubicBezTo>
                      <a:pt x="233" y="267"/>
                      <a:pt x="161" y="264"/>
                      <a:pt x="114" y="2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07"/>
              <p:cNvSpPr>
                <a:spLocks/>
              </p:cNvSpPr>
              <p:nvPr/>
            </p:nvSpPr>
            <p:spPr bwMode="auto">
              <a:xfrm>
                <a:off x="12352338" y="6103938"/>
                <a:ext cx="147638" cy="203200"/>
              </a:xfrm>
              <a:custGeom>
                <a:avLst/>
                <a:gdLst>
                  <a:gd name="T0" fmla="*/ 40 w 184"/>
                  <a:gd name="T1" fmla="*/ 49 h 253"/>
                  <a:gd name="T2" fmla="*/ 80 w 184"/>
                  <a:gd name="T3" fmla="*/ 210 h 253"/>
                  <a:gd name="T4" fmla="*/ 101 w 184"/>
                  <a:gd name="T5" fmla="*/ 253 h 253"/>
                  <a:gd name="T6" fmla="*/ 115 w 184"/>
                  <a:gd name="T7" fmla="*/ 248 h 253"/>
                  <a:gd name="T8" fmla="*/ 112 w 184"/>
                  <a:gd name="T9" fmla="*/ 227 h 253"/>
                  <a:gd name="T10" fmla="*/ 129 w 184"/>
                  <a:gd name="T11" fmla="*/ 212 h 253"/>
                  <a:gd name="T12" fmla="*/ 148 w 184"/>
                  <a:gd name="T13" fmla="*/ 220 h 253"/>
                  <a:gd name="T14" fmla="*/ 157 w 184"/>
                  <a:gd name="T15" fmla="*/ 210 h 253"/>
                  <a:gd name="T16" fmla="*/ 164 w 184"/>
                  <a:gd name="T17" fmla="*/ 199 h 253"/>
                  <a:gd name="T18" fmla="*/ 151 w 184"/>
                  <a:gd name="T19" fmla="*/ 182 h 253"/>
                  <a:gd name="T20" fmla="*/ 161 w 184"/>
                  <a:gd name="T21" fmla="*/ 162 h 253"/>
                  <a:gd name="T22" fmla="*/ 181 w 184"/>
                  <a:gd name="T23" fmla="*/ 158 h 253"/>
                  <a:gd name="T24" fmla="*/ 184 w 184"/>
                  <a:gd name="T25" fmla="*/ 135 h 253"/>
                  <a:gd name="T26" fmla="*/ 164 w 184"/>
                  <a:gd name="T27" fmla="*/ 127 h 253"/>
                  <a:gd name="T28" fmla="*/ 160 w 184"/>
                  <a:gd name="T29" fmla="*/ 105 h 253"/>
                  <a:gd name="T30" fmla="*/ 177 w 184"/>
                  <a:gd name="T31" fmla="*/ 92 h 253"/>
                  <a:gd name="T32" fmla="*/ 173 w 184"/>
                  <a:gd name="T33" fmla="*/ 80 h 253"/>
                  <a:gd name="T34" fmla="*/ 166 w 184"/>
                  <a:gd name="T35" fmla="*/ 68 h 253"/>
                  <a:gd name="T36" fmla="*/ 146 w 184"/>
                  <a:gd name="T37" fmla="*/ 71 h 253"/>
                  <a:gd name="T38" fmla="*/ 132 w 184"/>
                  <a:gd name="T39" fmla="*/ 52 h 253"/>
                  <a:gd name="T40" fmla="*/ 140 w 184"/>
                  <a:gd name="T41" fmla="*/ 33 h 253"/>
                  <a:gd name="T42" fmla="*/ 121 w 184"/>
                  <a:gd name="T43" fmla="*/ 19 h 253"/>
                  <a:gd name="T44" fmla="*/ 105 w 184"/>
                  <a:gd name="T45" fmla="*/ 32 h 253"/>
                  <a:gd name="T46" fmla="*/ 83 w 184"/>
                  <a:gd name="T47" fmla="*/ 24 h 253"/>
                  <a:gd name="T48" fmla="*/ 80 w 184"/>
                  <a:gd name="T49" fmla="*/ 4 h 253"/>
                  <a:gd name="T50" fmla="*/ 67 w 184"/>
                  <a:gd name="T51" fmla="*/ 1 h 253"/>
                  <a:gd name="T52" fmla="*/ 54 w 184"/>
                  <a:gd name="T53" fmla="*/ 1 h 253"/>
                  <a:gd name="T54" fmla="*/ 46 w 184"/>
                  <a:gd name="T55" fmla="*/ 20 h 253"/>
                  <a:gd name="T56" fmla="*/ 25 w 184"/>
                  <a:gd name="T57" fmla="*/ 23 h 253"/>
                  <a:gd name="T58" fmla="*/ 13 w 184"/>
                  <a:gd name="T59" fmla="*/ 7 h 253"/>
                  <a:gd name="T60" fmla="*/ 0 w 184"/>
                  <a:gd name="T61" fmla="*/ 11 h 253"/>
                  <a:gd name="T62" fmla="*/ 4 w 184"/>
                  <a:gd name="T63" fmla="*/ 64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4" h="253">
                    <a:moveTo>
                      <a:pt x="4" y="64"/>
                    </a:moveTo>
                    <a:cubicBezTo>
                      <a:pt x="15" y="56"/>
                      <a:pt x="27" y="51"/>
                      <a:pt x="40" y="49"/>
                    </a:cubicBezTo>
                    <a:cubicBezTo>
                      <a:pt x="85" y="43"/>
                      <a:pt x="127" y="74"/>
                      <a:pt x="134" y="120"/>
                    </a:cubicBezTo>
                    <a:cubicBezTo>
                      <a:pt x="140" y="159"/>
                      <a:pt x="116" y="197"/>
                      <a:pt x="80" y="210"/>
                    </a:cubicBezTo>
                    <a:cubicBezTo>
                      <a:pt x="87" y="223"/>
                      <a:pt x="94" y="236"/>
                      <a:pt x="100" y="250"/>
                    </a:cubicBezTo>
                    <a:cubicBezTo>
                      <a:pt x="101" y="251"/>
                      <a:pt x="101" y="252"/>
                      <a:pt x="101" y="253"/>
                    </a:cubicBezTo>
                    <a:cubicBezTo>
                      <a:pt x="104" y="252"/>
                      <a:pt x="104" y="252"/>
                      <a:pt x="104" y="252"/>
                    </a:cubicBezTo>
                    <a:cubicBezTo>
                      <a:pt x="115" y="248"/>
                      <a:pt x="115" y="248"/>
                      <a:pt x="115" y="248"/>
                    </a:cubicBezTo>
                    <a:cubicBezTo>
                      <a:pt x="115" y="247"/>
                      <a:pt x="116" y="246"/>
                      <a:pt x="116" y="246"/>
                    </a:cubicBezTo>
                    <a:cubicBezTo>
                      <a:pt x="112" y="227"/>
                      <a:pt x="112" y="227"/>
                      <a:pt x="112" y="227"/>
                    </a:cubicBezTo>
                    <a:cubicBezTo>
                      <a:pt x="112" y="226"/>
                      <a:pt x="112" y="226"/>
                      <a:pt x="112" y="225"/>
                    </a:cubicBezTo>
                    <a:cubicBezTo>
                      <a:pt x="118" y="222"/>
                      <a:pt x="124" y="217"/>
                      <a:pt x="129" y="212"/>
                    </a:cubicBezTo>
                    <a:cubicBezTo>
                      <a:pt x="130" y="212"/>
                      <a:pt x="130" y="212"/>
                      <a:pt x="131" y="212"/>
                    </a:cubicBezTo>
                    <a:cubicBezTo>
                      <a:pt x="148" y="220"/>
                      <a:pt x="148" y="220"/>
                      <a:pt x="148" y="220"/>
                    </a:cubicBezTo>
                    <a:cubicBezTo>
                      <a:pt x="149" y="220"/>
                      <a:pt x="150" y="220"/>
                      <a:pt x="150" y="219"/>
                    </a:cubicBezTo>
                    <a:cubicBezTo>
                      <a:pt x="157" y="210"/>
                      <a:pt x="157" y="210"/>
                      <a:pt x="157" y="210"/>
                    </a:cubicBezTo>
                    <a:cubicBezTo>
                      <a:pt x="164" y="201"/>
                      <a:pt x="164" y="201"/>
                      <a:pt x="164" y="201"/>
                    </a:cubicBezTo>
                    <a:cubicBezTo>
                      <a:pt x="165" y="200"/>
                      <a:pt x="165" y="199"/>
                      <a:pt x="164" y="199"/>
                    </a:cubicBezTo>
                    <a:cubicBezTo>
                      <a:pt x="151" y="184"/>
                      <a:pt x="151" y="184"/>
                      <a:pt x="151" y="184"/>
                    </a:cubicBezTo>
                    <a:cubicBezTo>
                      <a:pt x="151" y="184"/>
                      <a:pt x="151" y="183"/>
                      <a:pt x="151" y="182"/>
                    </a:cubicBezTo>
                    <a:cubicBezTo>
                      <a:pt x="154" y="176"/>
                      <a:pt x="157" y="169"/>
                      <a:pt x="159" y="163"/>
                    </a:cubicBezTo>
                    <a:cubicBezTo>
                      <a:pt x="159" y="162"/>
                      <a:pt x="160" y="162"/>
                      <a:pt x="161" y="162"/>
                    </a:cubicBezTo>
                    <a:cubicBezTo>
                      <a:pt x="179" y="160"/>
                      <a:pt x="179" y="160"/>
                      <a:pt x="179" y="160"/>
                    </a:cubicBezTo>
                    <a:cubicBezTo>
                      <a:pt x="180" y="160"/>
                      <a:pt x="181" y="159"/>
                      <a:pt x="181" y="158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4" y="135"/>
                      <a:pt x="184" y="135"/>
                      <a:pt x="184" y="135"/>
                    </a:cubicBezTo>
                    <a:cubicBezTo>
                      <a:pt x="184" y="134"/>
                      <a:pt x="183" y="134"/>
                      <a:pt x="183" y="133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3" y="127"/>
                      <a:pt x="163" y="126"/>
                    </a:cubicBezTo>
                    <a:cubicBezTo>
                      <a:pt x="163" y="119"/>
                      <a:pt x="162" y="112"/>
                      <a:pt x="160" y="105"/>
                    </a:cubicBezTo>
                    <a:cubicBezTo>
                      <a:pt x="160" y="104"/>
                      <a:pt x="160" y="104"/>
                      <a:pt x="161" y="103"/>
                    </a:cubicBezTo>
                    <a:cubicBezTo>
                      <a:pt x="177" y="92"/>
                      <a:pt x="177" y="92"/>
                      <a:pt x="177" y="92"/>
                    </a:cubicBezTo>
                    <a:cubicBezTo>
                      <a:pt x="177" y="92"/>
                      <a:pt x="177" y="91"/>
                      <a:pt x="177" y="90"/>
                    </a:cubicBezTo>
                    <a:cubicBezTo>
                      <a:pt x="173" y="80"/>
                      <a:pt x="173" y="80"/>
                      <a:pt x="173" y="80"/>
                    </a:cubicBezTo>
                    <a:cubicBezTo>
                      <a:pt x="168" y="69"/>
                      <a:pt x="168" y="69"/>
                      <a:pt x="168" y="69"/>
                    </a:cubicBezTo>
                    <a:cubicBezTo>
                      <a:pt x="168" y="68"/>
                      <a:pt x="167" y="68"/>
                      <a:pt x="166" y="68"/>
                    </a:cubicBezTo>
                    <a:cubicBezTo>
                      <a:pt x="147" y="72"/>
                      <a:pt x="147" y="72"/>
                      <a:pt x="147" y="72"/>
                    </a:cubicBezTo>
                    <a:cubicBezTo>
                      <a:pt x="147" y="72"/>
                      <a:pt x="146" y="72"/>
                      <a:pt x="146" y="71"/>
                    </a:cubicBezTo>
                    <a:cubicBezTo>
                      <a:pt x="142" y="65"/>
                      <a:pt x="137" y="60"/>
                      <a:pt x="132" y="54"/>
                    </a:cubicBezTo>
                    <a:cubicBezTo>
                      <a:pt x="132" y="54"/>
                      <a:pt x="132" y="53"/>
                      <a:pt x="132" y="52"/>
                    </a:cubicBezTo>
                    <a:cubicBezTo>
                      <a:pt x="140" y="35"/>
                      <a:pt x="140" y="35"/>
                      <a:pt x="140" y="35"/>
                    </a:cubicBezTo>
                    <a:cubicBezTo>
                      <a:pt x="141" y="34"/>
                      <a:pt x="140" y="34"/>
                      <a:pt x="140" y="33"/>
                    </a:cubicBezTo>
                    <a:cubicBezTo>
                      <a:pt x="130" y="26"/>
                      <a:pt x="130" y="26"/>
                      <a:pt x="130" y="26"/>
                    </a:cubicBezTo>
                    <a:cubicBezTo>
                      <a:pt x="121" y="19"/>
                      <a:pt x="121" y="19"/>
                      <a:pt x="121" y="19"/>
                    </a:cubicBezTo>
                    <a:cubicBezTo>
                      <a:pt x="120" y="19"/>
                      <a:pt x="120" y="19"/>
                      <a:pt x="119" y="19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3" y="33"/>
                      <a:pt x="103" y="32"/>
                    </a:cubicBezTo>
                    <a:cubicBezTo>
                      <a:pt x="96" y="29"/>
                      <a:pt x="90" y="26"/>
                      <a:pt x="83" y="24"/>
                    </a:cubicBezTo>
                    <a:cubicBezTo>
                      <a:pt x="82" y="24"/>
                      <a:pt x="82" y="24"/>
                      <a:pt x="82" y="23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3"/>
                      <a:pt x="80" y="2"/>
                      <a:pt x="79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4" y="0"/>
                      <a:pt x="54" y="1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8" y="20"/>
                      <a:pt x="47" y="20"/>
                      <a:pt x="46" y="20"/>
                    </a:cubicBezTo>
                    <a:cubicBezTo>
                      <a:pt x="43" y="20"/>
                      <a:pt x="39" y="21"/>
                      <a:pt x="36" y="21"/>
                    </a:cubicBezTo>
                    <a:cubicBezTo>
                      <a:pt x="32" y="22"/>
                      <a:pt x="29" y="22"/>
                      <a:pt x="25" y="23"/>
                    </a:cubicBezTo>
                    <a:cubicBezTo>
                      <a:pt x="25" y="23"/>
                      <a:pt x="24" y="23"/>
                      <a:pt x="24" y="22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6"/>
                      <a:pt x="11" y="6"/>
                      <a:pt x="11" y="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6"/>
                      <a:pt x="0" y="20"/>
                      <a:pt x="0" y="25"/>
                    </a:cubicBezTo>
                    <a:cubicBezTo>
                      <a:pt x="0" y="39"/>
                      <a:pt x="1" y="51"/>
                      <a:pt x="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108"/>
              <p:cNvSpPr>
                <a:spLocks/>
              </p:cNvSpPr>
              <p:nvPr/>
            </p:nvSpPr>
            <p:spPr bwMode="auto">
              <a:xfrm>
                <a:off x="12317413" y="5919788"/>
                <a:ext cx="411163" cy="479425"/>
              </a:xfrm>
              <a:custGeom>
                <a:avLst/>
                <a:gdLst>
                  <a:gd name="T0" fmla="*/ 256 w 512"/>
                  <a:gd name="T1" fmla="*/ 0 h 599"/>
                  <a:gd name="T2" fmla="*/ 0 w 512"/>
                  <a:gd name="T3" fmla="*/ 256 h 599"/>
                  <a:gd name="T4" fmla="*/ 61 w 512"/>
                  <a:gd name="T5" fmla="*/ 421 h 599"/>
                  <a:gd name="T6" fmla="*/ 104 w 512"/>
                  <a:gd name="T7" fmla="*/ 498 h 599"/>
                  <a:gd name="T8" fmla="*/ 125 w 512"/>
                  <a:gd name="T9" fmla="*/ 507 h 599"/>
                  <a:gd name="T10" fmla="*/ 134 w 512"/>
                  <a:gd name="T11" fmla="*/ 485 h 599"/>
                  <a:gd name="T12" fmla="*/ 89 w 512"/>
                  <a:gd name="T13" fmla="*/ 403 h 599"/>
                  <a:gd name="T14" fmla="*/ 33 w 512"/>
                  <a:gd name="T15" fmla="*/ 256 h 599"/>
                  <a:gd name="T16" fmla="*/ 256 w 512"/>
                  <a:gd name="T17" fmla="*/ 33 h 599"/>
                  <a:gd name="T18" fmla="*/ 479 w 512"/>
                  <a:gd name="T19" fmla="*/ 256 h 599"/>
                  <a:gd name="T20" fmla="*/ 422 w 512"/>
                  <a:gd name="T21" fmla="*/ 403 h 599"/>
                  <a:gd name="T22" fmla="*/ 352 w 512"/>
                  <a:gd name="T23" fmla="*/ 581 h 599"/>
                  <a:gd name="T24" fmla="*/ 367 w 512"/>
                  <a:gd name="T25" fmla="*/ 599 h 599"/>
                  <a:gd name="T26" fmla="*/ 368 w 512"/>
                  <a:gd name="T27" fmla="*/ 599 h 599"/>
                  <a:gd name="T28" fmla="*/ 385 w 512"/>
                  <a:gd name="T29" fmla="*/ 584 h 599"/>
                  <a:gd name="T30" fmla="*/ 451 w 512"/>
                  <a:gd name="T31" fmla="*/ 421 h 599"/>
                  <a:gd name="T32" fmla="*/ 512 w 512"/>
                  <a:gd name="T33" fmla="*/ 256 h 599"/>
                  <a:gd name="T34" fmla="*/ 256 w 512"/>
                  <a:gd name="T35" fmla="*/ 0 h 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12" h="599">
                    <a:moveTo>
                      <a:pt x="256" y="0"/>
                    </a:moveTo>
                    <a:cubicBezTo>
                      <a:pt x="114" y="0"/>
                      <a:pt x="0" y="115"/>
                      <a:pt x="0" y="256"/>
                    </a:cubicBezTo>
                    <a:cubicBezTo>
                      <a:pt x="0" y="320"/>
                      <a:pt x="29" y="369"/>
                      <a:pt x="61" y="421"/>
                    </a:cubicBezTo>
                    <a:cubicBezTo>
                      <a:pt x="76" y="445"/>
                      <a:pt x="91" y="471"/>
                      <a:pt x="104" y="498"/>
                    </a:cubicBezTo>
                    <a:cubicBezTo>
                      <a:pt x="107" y="507"/>
                      <a:pt x="117" y="511"/>
                      <a:pt x="125" y="507"/>
                    </a:cubicBezTo>
                    <a:cubicBezTo>
                      <a:pt x="134" y="503"/>
                      <a:pt x="138" y="493"/>
                      <a:pt x="134" y="485"/>
                    </a:cubicBezTo>
                    <a:cubicBezTo>
                      <a:pt x="121" y="456"/>
                      <a:pt x="105" y="429"/>
                      <a:pt x="89" y="403"/>
                    </a:cubicBezTo>
                    <a:cubicBezTo>
                      <a:pt x="60" y="356"/>
                      <a:pt x="33" y="311"/>
                      <a:pt x="33" y="256"/>
                    </a:cubicBezTo>
                    <a:cubicBezTo>
                      <a:pt x="33" y="133"/>
                      <a:pt x="133" y="33"/>
                      <a:pt x="256" y="33"/>
                    </a:cubicBezTo>
                    <a:cubicBezTo>
                      <a:pt x="379" y="33"/>
                      <a:pt x="479" y="133"/>
                      <a:pt x="479" y="256"/>
                    </a:cubicBezTo>
                    <a:cubicBezTo>
                      <a:pt x="479" y="311"/>
                      <a:pt x="451" y="356"/>
                      <a:pt x="422" y="403"/>
                    </a:cubicBezTo>
                    <a:cubicBezTo>
                      <a:pt x="392" y="452"/>
                      <a:pt x="358" y="508"/>
                      <a:pt x="352" y="581"/>
                    </a:cubicBezTo>
                    <a:cubicBezTo>
                      <a:pt x="351" y="590"/>
                      <a:pt x="358" y="598"/>
                      <a:pt x="367" y="599"/>
                    </a:cubicBezTo>
                    <a:cubicBezTo>
                      <a:pt x="367" y="599"/>
                      <a:pt x="368" y="599"/>
                      <a:pt x="368" y="599"/>
                    </a:cubicBezTo>
                    <a:cubicBezTo>
                      <a:pt x="377" y="599"/>
                      <a:pt x="384" y="592"/>
                      <a:pt x="385" y="584"/>
                    </a:cubicBezTo>
                    <a:cubicBezTo>
                      <a:pt x="391" y="519"/>
                      <a:pt x="421" y="469"/>
                      <a:pt x="451" y="421"/>
                    </a:cubicBezTo>
                    <a:cubicBezTo>
                      <a:pt x="482" y="369"/>
                      <a:pt x="512" y="320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109"/>
              <p:cNvSpPr>
                <a:spLocks/>
              </p:cNvSpPr>
              <p:nvPr/>
            </p:nvSpPr>
            <p:spPr bwMode="auto">
              <a:xfrm>
                <a:off x="12425363" y="6419850"/>
                <a:ext cx="207963" cy="49213"/>
              </a:xfrm>
              <a:custGeom>
                <a:avLst/>
                <a:gdLst>
                  <a:gd name="T0" fmla="*/ 18 w 259"/>
                  <a:gd name="T1" fmla="*/ 62 h 62"/>
                  <a:gd name="T2" fmla="*/ 1 w 259"/>
                  <a:gd name="T3" fmla="*/ 47 h 62"/>
                  <a:gd name="T4" fmla="*/ 16 w 259"/>
                  <a:gd name="T5" fmla="*/ 29 h 62"/>
                  <a:gd name="T6" fmla="*/ 240 w 259"/>
                  <a:gd name="T7" fmla="*/ 1 h 62"/>
                  <a:gd name="T8" fmla="*/ 258 w 259"/>
                  <a:gd name="T9" fmla="*/ 16 h 62"/>
                  <a:gd name="T10" fmla="*/ 244 w 259"/>
                  <a:gd name="T11" fmla="*/ 34 h 62"/>
                  <a:gd name="T12" fmla="*/ 20 w 259"/>
                  <a:gd name="T13" fmla="*/ 62 h 62"/>
                  <a:gd name="T14" fmla="*/ 18 w 259"/>
                  <a:gd name="T15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9" h="62">
                    <a:moveTo>
                      <a:pt x="18" y="62"/>
                    </a:moveTo>
                    <a:cubicBezTo>
                      <a:pt x="10" y="62"/>
                      <a:pt x="2" y="56"/>
                      <a:pt x="1" y="47"/>
                    </a:cubicBezTo>
                    <a:cubicBezTo>
                      <a:pt x="0" y="38"/>
                      <a:pt x="7" y="30"/>
                      <a:pt x="16" y="29"/>
                    </a:cubicBezTo>
                    <a:cubicBezTo>
                      <a:pt x="240" y="1"/>
                      <a:pt x="240" y="1"/>
                      <a:pt x="240" y="1"/>
                    </a:cubicBezTo>
                    <a:cubicBezTo>
                      <a:pt x="249" y="0"/>
                      <a:pt x="257" y="7"/>
                      <a:pt x="258" y="16"/>
                    </a:cubicBezTo>
                    <a:cubicBezTo>
                      <a:pt x="259" y="25"/>
                      <a:pt x="253" y="33"/>
                      <a:pt x="244" y="3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2"/>
                      <a:pt x="18" y="62"/>
                      <a:pt x="18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10"/>
              <p:cNvSpPr>
                <a:spLocks/>
              </p:cNvSpPr>
              <p:nvPr/>
            </p:nvSpPr>
            <p:spPr bwMode="auto">
              <a:xfrm>
                <a:off x="12431713" y="6465888"/>
                <a:ext cx="207963" cy="49213"/>
              </a:xfrm>
              <a:custGeom>
                <a:avLst/>
                <a:gdLst>
                  <a:gd name="T0" fmla="*/ 18 w 259"/>
                  <a:gd name="T1" fmla="*/ 61 h 61"/>
                  <a:gd name="T2" fmla="*/ 2 w 259"/>
                  <a:gd name="T3" fmla="*/ 47 h 61"/>
                  <a:gd name="T4" fmla="*/ 16 w 259"/>
                  <a:gd name="T5" fmla="*/ 28 h 61"/>
                  <a:gd name="T6" fmla="*/ 240 w 259"/>
                  <a:gd name="T7" fmla="*/ 1 h 61"/>
                  <a:gd name="T8" fmla="*/ 258 w 259"/>
                  <a:gd name="T9" fmla="*/ 15 h 61"/>
                  <a:gd name="T10" fmla="*/ 244 w 259"/>
                  <a:gd name="T11" fmla="*/ 34 h 61"/>
                  <a:gd name="T12" fmla="*/ 20 w 259"/>
                  <a:gd name="T13" fmla="*/ 61 h 61"/>
                  <a:gd name="T14" fmla="*/ 18 w 259"/>
                  <a:gd name="T1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9" h="61">
                    <a:moveTo>
                      <a:pt x="18" y="61"/>
                    </a:moveTo>
                    <a:cubicBezTo>
                      <a:pt x="10" y="61"/>
                      <a:pt x="3" y="55"/>
                      <a:pt x="2" y="47"/>
                    </a:cubicBezTo>
                    <a:cubicBezTo>
                      <a:pt x="0" y="38"/>
                      <a:pt x="7" y="29"/>
                      <a:pt x="16" y="28"/>
                    </a:cubicBezTo>
                    <a:cubicBezTo>
                      <a:pt x="240" y="1"/>
                      <a:pt x="240" y="1"/>
                      <a:pt x="240" y="1"/>
                    </a:cubicBezTo>
                    <a:cubicBezTo>
                      <a:pt x="249" y="0"/>
                      <a:pt x="257" y="6"/>
                      <a:pt x="258" y="15"/>
                    </a:cubicBezTo>
                    <a:cubicBezTo>
                      <a:pt x="259" y="24"/>
                      <a:pt x="253" y="33"/>
                      <a:pt x="244" y="34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19" y="61"/>
                      <a:pt x="19" y="61"/>
                      <a:pt x="1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111"/>
              <p:cNvSpPr>
                <a:spLocks/>
              </p:cNvSpPr>
              <p:nvPr/>
            </p:nvSpPr>
            <p:spPr bwMode="auto">
              <a:xfrm>
                <a:off x="12420600" y="6372225"/>
                <a:ext cx="207963" cy="49213"/>
              </a:xfrm>
              <a:custGeom>
                <a:avLst/>
                <a:gdLst>
                  <a:gd name="T0" fmla="*/ 18 w 259"/>
                  <a:gd name="T1" fmla="*/ 61 h 61"/>
                  <a:gd name="T2" fmla="*/ 1 w 259"/>
                  <a:gd name="T3" fmla="*/ 47 h 61"/>
                  <a:gd name="T4" fmla="*/ 16 w 259"/>
                  <a:gd name="T5" fmla="*/ 28 h 61"/>
                  <a:gd name="T6" fmla="*/ 239 w 259"/>
                  <a:gd name="T7" fmla="*/ 1 h 61"/>
                  <a:gd name="T8" fmla="*/ 258 w 259"/>
                  <a:gd name="T9" fmla="*/ 15 h 61"/>
                  <a:gd name="T10" fmla="*/ 243 w 259"/>
                  <a:gd name="T11" fmla="*/ 34 h 61"/>
                  <a:gd name="T12" fmla="*/ 20 w 259"/>
                  <a:gd name="T13" fmla="*/ 61 h 61"/>
                  <a:gd name="T14" fmla="*/ 18 w 259"/>
                  <a:gd name="T1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9" h="61">
                    <a:moveTo>
                      <a:pt x="18" y="61"/>
                    </a:moveTo>
                    <a:cubicBezTo>
                      <a:pt x="9" y="61"/>
                      <a:pt x="2" y="55"/>
                      <a:pt x="1" y="47"/>
                    </a:cubicBezTo>
                    <a:cubicBezTo>
                      <a:pt x="0" y="38"/>
                      <a:pt x="7" y="30"/>
                      <a:pt x="16" y="28"/>
                    </a:cubicBezTo>
                    <a:cubicBezTo>
                      <a:pt x="239" y="1"/>
                      <a:pt x="239" y="1"/>
                      <a:pt x="239" y="1"/>
                    </a:cubicBezTo>
                    <a:cubicBezTo>
                      <a:pt x="248" y="0"/>
                      <a:pt x="257" y="6"/>
                      <a:pt x="258" y="15"/>
                    </a:cubicBezTo>
                    <a:cubicBezTo>
                      <a:pt x="259" y="24"/>
                      <a:pt x="252" y="33"/>
                      <a:pt x="243" y="34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19" y="61"/>
                      <a:pt x="18" y="61"/>
                      <a:pt x="1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80" name="Group 79"/>
          <p:cNvGrpSpPr/>
          <p:nvPr userDrawn="1"/>
        </p:nvGrpSpPr>
        <p:grpSpPr>
          <a:xfrm>
            <a:off x="275076" y="2372489"/>
            <a:ext cx="647142" cy="630906"/>
            <a:chOff x="161629" y="1765516"/>
            <a:chExt cx="431428" cy="430163"/>
          </a:xfrm>
          <a:solidFill>
            <a:schemeClr val="accent1"/>
          </a:solidFill>
        </p:grpSpPr>
        <p:grpSp>
          <p:nvGrpSpPr>
            <p:cNvPr id="81" name="Group 80"/>
            <p:cNvGrpSpPr/>
            <p:nvPr/>
          </p:nvGrpSpPr>
          <p:grpSpPr>
            <a:xfrm>
              <a:off x="295101" y="1838914"/>
              <a:ext cx="164482" cy="283366"/>
              <a:chOff x="12606338" y="3622675"/>
              <a:chExt cx="320675" cy="552450"/>
            </a:xfrm>
            <a:grpFill/>
          </p:grpSpPr>
          <p:sp>
            <p:nvSpPr>
              <p:cNvPr id="83" name="Freeform 580"/>
              <p:cNvSpPr>
                <a:spLocks noEditPoints="1"/>
              </p:cNvSpPr>
              <p:nvPr/>
            </p:nvSpPr>
            <p:spPr bwMode="auto">
              <a:xfrm>
                <a:off x="12606338" y="3622675"/>
                <a:ext cx="320675" cy="552450"/>
              </a:xfrm>
              <a:custGeom>
                <a:avLst/>
                <a:gdLst>
                  <a:gd name="T0" fmla="*/ 118 w 144"/>
                  <a:gd name="T1" fmla="*/ 0 h 247"/>
                  <a:gd name="T2" fmla="*/ 26 w 144"/>
                  <a:gd name="T3" fmla="*/ 0 h 247"/>
                  <a:gd name="T4" fmla="*/ 0 w 144"/>
                  <a:gd name="T5" fmla="*/ 26 h 247"/>
                  <a:gd name="T6" fmla="*/ 0 w 144"/>
                  <a:gd name="T7" fmla="*/ 34 h 247"/>
                  <a:gd name="T8" fmla="*/ 0 w 144"/>
                  <a:gd name="T9" fmla="*/ 200 h 247"/>
                  <a:gd name="T10" fmla="*/ 0 w 144"/>
                  <a:gd name="T11" fmla="*/ 221 h 247"/>
                  <a:gd name="T12" fmla="*/ 26 w 144"/>
                  <a:gd name="T13" fmla="*/ 247 h 247"/>
                  <a:gd name="T14" fmla="*/ 118 w 144"/>
                  <a:gd name="T15" fmla="*/ 247 h 247"/>
                  <a:gd name="T16" fmla="*/ 144 w 144"/>
                  <a:gd name="T17" fmla="*/ 221 h 247"/>
                  <a:gd name="T18" fmla="*/ 144 w 144"/>
                  <a:gd name="T19" fmla="*/ 200 h 247"/>
                  <a:gd name="T20" fmla="*/ 144 w 144"/>
                  <a:gd name="T21" fmla="*/ 34 h 247"/>
                  <a:gd name="T22" fmla="*/ 144 w 144"/>
                  <a:gd name="T23" fmla="*/ 26 h 247"/>
                  <a:gd name="T24" fmla="*/ 118 w 144"/>
                  <a:gd name="T25" fmla="*/ 0 h 247"/>
                  <a:gd name="T26" fmla="*/ 10 w 144"/>
                  <a:gd name="T27" fmla="*/ 44 h 247"/>
                  <a:gd name="T28" fmla="*/ 134 w 144"/>
                  <a:gd name="T29" fmla="*/ 44 h 247"/>
                  <a:gd name="T30" fmla="*/ 134 w 144"/>
                  <a:gd name="T31" fmla="*/ 190 h 247"/>
                  <a:gd name="T32" fmla="*/ 10 w 144"/>
                  <a:gd name="T33" fmla="*/ 190 h 247"/>
                  <a:gd name="T34" fmla="*/ 10 w 144"/>
                  <a:gd name="T35" fmla="*/ 44 h 247"/>
                  <a:gd name="T36" fmla="*/ 134 w 144"/>
                  <a:gd name="T37" fmla="*/ 221 h 247"/>
                  <a:gd name="T38" fmla="*/ 118 w 144"/>
                  <a:gd name="T39" fmla="*/ 237 h 247"/>
                  <a:gd name="T40" fmla="*/ 26 w 144"/>
                  <a:gd name="T41" fmla="*/ 237 h 247"/>
                  <a:gd name="T42" fmla="*/ 10 w 144"/>
                  <a:gd name="T43" fmla="*/ 221 h 247"/>
                  <a:gd name="T44" fmla="*/ 10 w 144"/>
                  <a:gd name="T45" fmla="*/ 200 h 247"/>
                  <a:gd name="T46" fmla="*/ 134 w 144"/>
                  <a:gd name="T47" fmla="*/ 200 h 247"/>
                  <a:gd name="T48" fmla="*/ 134 w 144"/>
                  <a:gd name="T49" fmla="*/ 221 h 247"/>
                  <a:gd name="T50" fmla="*/ 10 w 144"/>
                  <a:gd name="T51" fmla="*/ 34 h 247"/>
                  <a:gd name="T52" fmla="*/ 10 w 144"/>
                  <a:gd name="T53" fmla="*/ 26 h 247"/>
                  <a:gd name="T54" fmla="*/ 26 w 144"/>
                  <a:gd name="T55" fmla="*/ 10 h 247"/>
                  <a:gd name="T56" fmla="*/ 118 w 144"/>
                  <a:gd name="T57" fmla="*/ 10 h 247"/>
                  <a:gd name="T58" fmla="*/ 134 w 144"/>
                  <a:gd name="T59" fmla="*/ 26 h 247"/>
                  <a:gd name="T60" fmla="*/ 134 w 144"/>
                  <a:gd name="T61" fmla="*/ 34 h 247"/>
                  <a:gd name="T62" fmla="*/ 10 w 144"/>
                  <a:gd name="T63" fmla="*/ 34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4" h="247">
                    <a:moveTo>
                      <a:pt x="118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36"/>
                      <a:pt x="12" y="247"/>
                      <a:pt x="26" y="247"/>
                    </a:cubicBezTo>
                    <a:cubicBezTo>
                      <a:pt x="118" y="247"/>
                      <a:pt x="118" y="247"/>
                      <a:pt x="118" y="247"/>
                    </a:cubicBezTo>
                    <a:cubicBezTo>
                      <a:pt x="132" y="247"/>
                      <a:pt x="144" y="236"/>
                      <a:pt x="144" y="221"/>
                    </a:cubicBezTo>
                    <a:cubicBezTo>
                      <a:pt x="144" y="200"/>
                      <a:pt x="144" y="200"/>
                      <a:pt x="144" y="200"/>
                    </a:cubicBezTo>
                    <a:cubicBezTo>
                      <a:pt x="144" y="34"/>
                      <a:pt x="144" y="34"/>
                      <a:pt x="144" y="34"/>
                    </a:cubicBezTo>
                    <a:cubicBezTo>
                      <a:pt x="144" y="26"/>
                      <a:pt x="144" y="26"/>
                      <a:pt x="144" y="26"/>
                    </a:cubicBezTo>
                    <a:cubicBezTo>
                      <a:pt x="144" y="12"/>
                      <a:pt x="132" y="0"/>
                      <a:pt x="118" y="0"/>
                    </a:cubicBezTo>
                    <a:close/>
                    <a:moveTo>
                      <a:pt x="10" y="44"/>
                    </a:moveTo>
                    <a:cubicBezTo>
                      <a:pt x="134" y="44"/>
                      <a:pt x="134" y="44"/>
                      <a:pt x="134" y="44"/>
                    </a:cubicBezTo>
                    <a:cubicBezTo>
                      <a:pt x="134" y="190"/>
                      <a:pt x="134" y="190"/>
                      <a:pt x="134" y="190"/>
                    </a:cubicBezTo>
                    <a:cubicBezTo>
                      <a:pt x="10" y="190"/>
                      <a:pt x="10" y="190"/>
                      <a:pt x="10" y="190"/>
                    </a:cubicBezTo>
                    <a:lnTo>
                      <a:pt x="10" y="44"/>
                    </a:lnTo>
                    <a:close/>
                    <a:moveTo>
                      <a:pt x="134" y="221"/>
                    </a:moveTo>
                    <a:cubicBezTo>
                      <a:pt x="134" y="230"/>
                      <a:pt x="127" y="237"/>
                      <a:pt x="118" y="237"/>
                    </a:cubicBezTo>
                    <a:cubicBezTo>
                      <a:pt x="26" y="237"/>
                      <a:pt x="26" y="237"/>
                      <a:pt x="26" y="237"/>
                    </a:cubicBezTo>
                    <a:cubicBezTo>
                      <a:pt x="17" y="237"/>
                      <a:pt x="10" y="230"/>
                      <a:pt x="10" y="221"/>
                    </a:cubicBezTo>
                    <a:cubicBezTo>
                      <a:pt x="10" y="200"/>
                      <a:pt x="10" y="200"/>
                      <a:pt x="10" y="200"/>
                    </a:cubicBezTo>
                    <a:cubicBezTo>
                      <a:pt x="134" y="200"/>
                      <a:pt x="134" y="200"/>
                      <a:pt x="134" y="200"/>
                    </a:cubicBezTo>
                    <a:lnTo>
                      <a:pt x="134" y="221"/>
                    </a:lnTo>
                    <a:close/>
                    <a:moveTo>
                      <a:pt x="10" y="34"/>
                    </a:move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17"/>
                      <a:pt x="17" y="10"/>
                      <a:pt x="26" y="10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27" y="10"/>
                      <a:pt x="134" y="17"/>
                      <a:pt x="134" y="26"/>
                    </a:cubicBezTo>
                    <a:cubicBezTo>
                      <a:pt x="134" y="34"/>
                      <a:pt x="134" y="34"/>
                      <a:pt x="134" y="34"/>
                    </a:cubicBezTo>
                    <a:lnTo>
                      <a:pt x="1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581"/>
              <p:cNvSpPr>
                <a:spLocks noEditPoints="1"/>
              </p:cNvSpPr>
              <p:nvPr/>
            </p:nvSpPr>
            <p:spPr bwMode="auto">
              <a:xfrm>
                <a:off x="12738100" y="4081463"/>
                <a:ext cx="57150" cy="55562"/>
              </a:xfrm>
              <a:custGeom>
                <a:avLst/>
                <a:gdLst>
                  <a:gd name="T0" fmla="*/ 13 w 26"/>
                  <a:gd name="T1" fmla="*/ 25 h 25"/>
                  <a:gd name="T2" fmla="*/ 26 w 26"/>
                  <a:gd name="T3" fmla="*/ 13 h 25"/>
                  <a:gd name="T4" fmla="*/ 13 w 26"/>
                  <a:gd name="T5" fmla="*/ 0 h 25"/>
                  <a:gd name="T6" fmla="*/ 0 w 26"/>
                  <a:gd name="T7" fmla="*/ 13 h 25"/>
                  <a:gd name="T8" fmla="*/ 13 w 26"/>
                  <a:gd name="T9" fmla="*/ 25 h 25"/>
                  <a:gd name="T10" fmla="*/ 13 w 26"/>
                  <a:gd name="T11" fmla="*/ 10 h 25"/>
                  <a:gd name="T12" fmla="*/ 16 w 26"/>
                  <a:gd name="T13" fmla="*/ 13 h 25"/>
                  <a:gd name="T14" fmla="*/ 13 w 26"/>
                  <a:gd name="T15" fmla="*/ 16 h 25"/>
                  <a:gd name="T16" fmla="*/ 10 w 26"/>
                  <a:gd name="T17" fmla="*/ 13 h 25"/>
                  <a:gd name="T18" fmla="*/ 13 w 26"/>
                  <a:gd name="T19" fmla="*/ 1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25">
                    <a:moveTo>
                      <a:pt x="13" y="25"/>
                    </a:moveTo>
                    <a:cubicBezTo>
                      <a:pt x="20" y="25"/>
                      <a:pt x="26" y="20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20"/>
                      <a:pt x="6" y="25"/>
                      <a:pt x="13" y="25"/>
                    </a:cubicBezTo>
                    <a:close/>
                    <a:moveTo>
                      <a:pt x="13" y="10"/>
                    </a:moveTo>
                    <a:cubicBezTo>
                      <a:pt x="14" y="10"/>
                      <a:pt x="16" y="11"/>
                      <a:pt x="16" y="13"/>
                    </a:cubicBezTo>
                    <a:cubicBezTo>
                      <a:pt x="16" y="14"/>
                      <a:pt x="14" y="16"/>
                      <a:pt x="13" y="16"/>
                    </a:cubicBezTo>
                    <a:cubicBezTo>
                      <a:pt x="12" y="16"/>
                      <a:pt x="10" y="14"/>
                      <a:pt x="10" y="13"/>
                    </a:cubicBezTo>
                    <a:cubicBezTo>
                      <a:pt x="10" y="11"/>
                      <a:pt x="12" y="10"/>
                      <a:pt x="1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548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82" name="Freeform 301"/>
            <p:cNvSpPr>
              <a:spLocks noEditPoints="1"/>
            </p:cNvSpPr>
            <p:nvPr/>
          </p:nvSpPr>
          <p:spPr bwMode="auto">
            <a:xfrm>
              <a:off x="161629" y="1765516"/>
              <a:ext cx="431428" cy="430163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 sz="1173" kern="0" dirty="0">
                <a:solidFill>
                  <a:prstClr val="black"/>
                </a:solidFill>
              </a:endParaRPr>
            </a:p>
          </p:txBody>
        </p:sp>
      </p:grpSp>
      <p:sp>
        <p:nvSpPr>
          <p:cNvPr id="86" name="Text Placeholder 2"/>
          <p:cNvSpPr txBox="1">
            <a:spLocks/>
          </p:cNvSpPr>
          <p:nvPr userDrawn="1"/>
        </p:nvSpPr>
        <p:spPr>
          <a:xfrm>
            <a:off x="-12855" y="8650825"/>
            <a:ext cx="1200150" cy="796290"/>
          </a:xfrm>
          <a:prstGeom prst="rect">
            <a:avLst/>
          </a:prstGeom>
        </p:spPr>
        <p:txBody>
          <a:bodyPr anchor="b"/>
          <a:lstStyle>
            <a:lvl1pPr marL="0" indent="0" algn="ctr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Tx/>
              <a:buNone/>
              <a:defRPr sz="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270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94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lang="en-US" sz="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431800" indent="-12700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 lang="en-US" sz="8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84200" indent="-127000" algn="l" defTabSz="1064657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8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73" b="1" dirty="0">
                <a:solidFill>
                  <a:prstClr val="white"/>
                </a:solidFill>
              </a:rPr>
              <a:t>RFP REF.</a:t>
            </a:r>
          </a:p>
        </p:txBody>
      </p:sp>
    </p:spTree>
    <p:extLst>
      <p:ext uri="{BB962C8B-B14F-4D97-AF65-F5344CB8AC3E}">
        <p14:creationId xmlns:p14="http://schemas.microsoft.com/office/powerpoint/2010/main" val="350315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3000" y="664588"/>
            <a:ext cx="15849600" cy="68252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606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12801" y="1695027"/>
            <a:ext cx="16678656" cy="7537094"/>
          </a:xfrm>
        </p:spPr>
        <p:txBody>
          <a:bodyPr/>
          <a:lstStyle>
            <a:lvl1pPr>
              <a:buNone/>
              <a:defRPr/>
            </a:lvl1pPr>
            <a:lvl3pPr>
              <a:defRPr sz="2347"/>
            </a:lvl3pPr>
            <a:lvl4pPr>
              <a:defRPr sz="2347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3" y="2330"/>
          <a:ext cx="2381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3" imgH="394" progId="TCLayout.ActiveDocument.1">
                  <p:embed/>
                </p:oleObj>
              </mc:Choice>
              <mc:Fallback>
                <p:oleObj name="think-cell Slide" r:id="rId3" imgW="393" imgH="39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3" y="2330"/>
                        <a:ext cx="2381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254" y="562996"/>
            <a:ext cx="15544800" cy="871728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4693" spc="-11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defTabSz="1005863">
              <a:lnSpc>
                <a:spcPct val="85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33735" y="1528603"/>
            <a:ext cx="15544320" cy="69738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760"/>
            </a:lvl1pPr>
          </a:lstStyle>
          <a:p>
            <a:pPr marL="335288" lvl="0" indent="-335288">
              <a:lnSpc>
                <a:spcPct val="13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34110" y="227716"/>
            <a:ext cx="5033772" cy="29802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320" b="1" kern="0" cap="all" spc="367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335288" lvl="0" indent="-335288"/>
            <a:r>
              <a:rPr lang="en-US" dirty="0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13252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50.xml"/><Relationship Id="rId47" Type="http://schemas.openxmlformats.org/officeDocument/2006/relationships/slideLayout" Target="../slideLayouts/slideLayout55.xml"/><Relationship Id="rId50" Type="http://schemas.openxmlformats.org/officeDocument/2006/relationships/slideLayout" Target="../slideLayouts/slideLayout58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53.xml"/><Relationship Id="rId53" Type="http://schemas.openxmlformats.org/officeDocument/2006/relationships/slideLayout" Target="../slideLayouts/slideLayout61.xml"/><Relationship Id="rId58" Type="http://schemas.openxmlformats.org/officeDocument/2006/relationships/image" Target="../media/image5.emf"/><Relationship Id="rId5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51.xml"/><Relationship Id="rId48" Type="http://schemas.openxmlformats.org/officeDocument/2006/relationships/slideLayout" Target="../slideLayouts/slideLayout56.xml"/><Relationship Id="rId56" Type="http://schemas.openxmlformats.org/officeDocument/2006/relationships/tags" Target="../tags/tag7.xml"/><Relationship Id="rId8" Type="http://schemas.openxmlformats.org/officeDocument/2006/relationships/slideLayout" Target="../slideLayouts/slideLayout16.xml"/><Relationship Id="rId51" Type="http://schemas.openxmlformats.org/officeDocument/2006/relationships/slideLayout" Target="../slideLayouts/slideLayout59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28.xml"/><Relationship Id="rId41" Type="http://schemas.openxmlformats.org/officeDocument/2006/relationships/slideLayout" Target="../slideLayouts/slideLayout49.xml"/><Relationship Id="rId54" Type="http://schemas.openxmlformats.org/officeDocument/2006/relationships/slideLayout" Target="../slideLayouts/slideLayout62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44.xml"/><Relationship Id="rId49" Type="http://schemas.openxmlformats.org/officeDocument/2006/relationships/slideLayout" Target="../slideLayouts/slideLayout57.xml"/><Relationship Id="rId57" Type="http://schemas.openxmlformats.org/officeDocument/2006/relationships/oleObject" Target="../embeddings/oleObject5.bin"/><Relationship Id="rId10" Type="http://schemas.openxmlformats.org/officeDocument/2006/relationships/slideLayout" Target="../slideLayouts/slideLayout18.xml"/><Relationship Id="rId31" Type="http://schemas.openxmlformats.org/officeDocument/2006/relationships/slideLayout" Target="../slideLayouts/slideLayout39.xml"/><Relationship Id="rId44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2384" y="2330"/>
          <a:ext cx="2380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84" y="2330"/>
                        <a:ext cx="2380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7876" y="590462"/>
            <a:ext cx="16911107" cy="5355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687876" y="1879116"/>
            <a:ext cx="16911107" cy="7130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344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7" r:id="rId3"/>
    <p:sldLayoutId id="2147483668" r:id="rId4"/>
    <p:sldLayoutId id="2147483669" r:id="rId5"/>
    <p:sldLayoutId id="2147483671" r:id="rId6"/>
    <p:sldLayoutId id="2147483672" r:id="rId7"/>
    <p:sldLayoutId id="2147483673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kern="1200" smtClean="0">
          <a:solidFill>
            <a:schemeClr val="accent1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30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300"/>
        </a:spcBef>
        <a:spcAft>
          <a:spcPts val="0"/>
        </a:spcAft>
        <a:buClr>
          <a:schemeClr val="tx2"/>
        </a:buClr>
        <a:buFont typeface="Courier New" panose="02070309020205020404" pitchFamily="49" charset="0"/>
        <a:buChar char="o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744538" indent="-169863" algn="l" defTabSz="914400" rtl="0" eaLnBrk="1" latinLnBrk="0" hangingPunct="1">
        <a:lnSpc>
          <a:spcPct val="110000"/>
        </a:lnSpc>
        <a:spcBef>
          <a:spcPts val="300"/>
        </a:spcBef>
        <a:spcAft>
          <a:spcPts val="0"/>
        </a:spcAft>
        <a:buClr>
          <a:schemeClr val="tx2"/>
        </a:buClr>
        <a:buFont typeface="Wingdings" panose="05000000000000000000" pitchFamily="2" charset="2"/>
        <a:buChar char="§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914400" indent="-169863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Tx/>
        <a:buFont typeface="Arial" panose="020B0604020202020204" pitchFamily="34" charset="0"/>
        <a:buChar char="−"/>
        <a:defRPr lang="en-US" sz="1200" b="0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rgbClr val="074073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rgbClr val="074073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23" userDrawn="1">
          <p15:clr>
            <a:srgbClr val="F26B43"/>
          </p15:clr>
        </p15:guide>
        <p15:guide id="2" pos="594" userDrawn="1">
          <p15:clr>
            <a:srgbClr val="F26B43"/>
          </p15:clr>
        </p15:guide>
        <p15:guide id="3" pos="10926" userDrawn="1">
          <p15:clr>
            <a:srgbClr val="F26B43"/>
          </p15:clr>
        </p15:guide>
        <p15:guide id="4" orient="horz" pos="569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6"/>
            </p:custDataLst>
          </p:nvPr>
        </p:nvGraphicFramePr>
        <p:xfrm>
          <a:off x="3179" y="2331"/>
          <a:ext cx="3174" cy="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7" imgW="270" imgH="270" progId="TCLayout.ActiveDocument.1">
                  <p:embed/>
                </p:oleObj>
              </mc:Choice>
              <mc:Fallback>
                <p:oleObj name="think-cell Slide" r:id="rId5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179" y="2331"/>
                        <a:ext cx="3174" cy="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704850" y="590460"/>
            <a:ext cx="16878300" cy="10151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704850" y="2455447"/>
            <a:ext cx="16878300" cy="6796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7116430" y="9499601"/>
            <a:ext cx="461963" cy="146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1173"/>
              </a:spcBef>
              <a:buSzPct val="100000"/>
              <a:buFont typeface="Arial"/>
              <a:buNone/>
            </a:pPr>
            <a:fld id="{C58DF478-B544-4ED8-9ED4-6A2648E2D233}" type="slidenum">
              <a:rPr lang="en-US" sz="953" noProof="0" smtClean="0">
                <a:solidFill>
                  <a:schemeClr val="tx1"/>
                </a:solidFill>
              </a:rPr>
              <a:pPr marL="0" indent="0" algn="r">
                <a:spcBef>
                  <a:spcPts val="1173"/>
                </a:spcBef>
                <a:buSzPct val="100000"/>
                <a:buFont typeface="Arial"/>
                <a:buNone/>
              </a:pPr>
              <a:t>‹#›</a:t>
            </a:fld>
            <a:endParaRPr lang="en-US" sz="953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6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  <p:sldLayoutId id="2147483681" r:id="rId3"/>
    <p:sldLayoutId id="2147483683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  <p:sldLayoutId id="2147483720" r:id="rId36"/>
    <p:sldLayoutId id="2147483721" r:id="rId37"/>
    <p:sldLayoutId id="2147483722" r:id="rId38"/>
    <p:sldLayoutId id="2147483723" r:id="rId39"/>
    <p:sldLayoutId id="2147483724" r:id="rId40"/>
    <p:sldLayoutId id="2147483725" r:id="rId41"/>
    <p:sldLayoutId id="2147483726" r:id="rId42"/>
    <p:sldLayoutId id="2147483731" r:id="rId43"/>
    <p:sldLayoutId id="2147483732" r:id="rId44"/>
    <p:sldLayoutId id="2147483733" r:id="rId45"/>
    <p:sldLayoutId id="2147483734" r:id="rId46"/>
    <p:sldLayoutId id="2147483735" r:id="rId47"/>
    <p:sldLayoutId id="2147483736" r:id="rId48"/>
    <p:sldLayoutId id="2147483740" r:id="rId49"/>
    <p:sldLayoutId id="2147483742" r:id="rId50"/>
    <p:sldLayoutId id="2147483748" r:id="rId51"/>
    <p:sldLayoutId id="2147483753" r:id="rId52"/>
    <p:sldLayoutId id="2147483754" r:id="rId53"/>
    <p:sldLayoutId id="2147483757" r:id="rId5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  <p:txStyles>
    <p:titleStyle>
      <a:lvl1pPr algn="l" defTabSz="1788157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788157" rtl="0" eaLnBrk="1" latinLnBrk="0" hangingPunct="1">
        <a:spcBef>
          <a:spcPts val="0"/>
        </a:spcBef>
        <a:spcAft>
          <a:spcPts val="1955"/>
        </a:spcAft>
        <a:buSzPct val="100000"/>
        <a:buFont typeface="Arial" panose="020B0604020202020204" pitchFamily="34" charset="0"/>
        <a:buNone/>
        <a:defRPr sz="176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788157" rtl="0" eaLnBrk="1" latinLnBrk="0" hangingPunct="1">
        <a:spcBef>
          <a:spcPts val="0"/>
        </a:spcBef>
        <a:spcAft>
          <a:spcPts val="1955"/>
        </a:spcAft>
        <a:buClrTx/>
        <a:buSzPct val="100000"/>
        <a:buFont typeface="Arial"/>
        <a:buNone/>
        <a:defRPr lang="en-US" sz="176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44959" indent="-344959" algn="l" defTabSz="1788157" rtl="0" eaLnBrk="1" latinLnBrk="0" hangingPunct="1">
        <a:spcBef>
          <a:spcPts val="0"/>
        </a:spcBef>
        <a:spcAft>
          <a:spcPts val="1955"/>
        </a:spcAft>
        <a:buClrTx/>
        <a:buSzPct val="100000"/>
        <a:buFont typeface="Arial" panose="020B0604020202020204" pitchFamily="34" charset="0"/>
        <a:buChar char="•"/>
        <a:defRPr lang="en-US" sz="176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96958" indent="-344959" algn="l" defTabSz="1788157" rtl="0" eaLnBrk="1" latinLnBrk="0" hangingPunct="1">
        <a:spcBef>
          <a:spcPts val="0"/>
        </a:spcBef>
        <a:spcAft>
          <a:spcPts val="1955"/>
        </a:spcAft>
        <a:buClrTx/>
        <a:buSzPct val="100000"/>
        <a:buFont typeface="Verdana" panose="020B0604030504040204" pitchFamily="34" charset="0"/>
        <a:buChar char="−"/>
        <a:defRPr lang="en-US" sz="176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041917" indent="-344959" algn="l" defTabSz="1561532" rtl="0" eaLnBrk="1" latinLnBrk="0" hangingPunct="1">
        <a:spcBef>
          <a:spcPts val="0"/>
        </a:spcBef>
        <a:spcAft>
          <a:spcPts val="1955"/>
        </a:spcAft>
        <a:buClrTx/>
        <a:buSzPct val="100000"/>
        <a:buFont typeface="Verdana" panose="020B0604030504040204" pitchFamily="34" charset="0"/>
        <a:buChar char="−"/>
        <a:tabLst/>
        <a:defRPr lang="en-US" sz="176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041917" indent="-344959" algn="l" defTabSz="1788157" rtl="0" eaLnBrk="1" latinLnBrk="0" hangingPunct="1">
        <a:spcBef>
          <a:spcPts val="0"/>
        </a:spcBef>
        <a:spcAft>
          <a:spcPts val="1955"/>
        </a:spcAft>
        <a:buFont typeface="Verdana" panose="020B0604030504040204" pitchFamily="34" charset="0"/>
        <a:buChar char="−"/>
        <a:defRPr sz="2347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41917" indent="-344959" algn="l" defTabSz="1788157" rtl="0" eaLnBrk="1" latinLnBrk="0" hangingPunct="1">
        <a:spcBef>
          <a:spcPts val="0"/>
        </a:spcBef>
        <a:spcAft>
          <a:spcPts val="1955"/>
        </a:spcAft>
        <a:buFont typeface="Verdana" panose="020B0604030504040204" pitchFamily="34" charset="0"/>
        <a:buChar char="−"/>
        <a:defRPr sz="2347" kern="1200">
          <a:solidFill>
            <a:schemeClr val="tx1"/>
          </a:solidFill>
          <a:latin typeface="+mn-lt"/>
          <a:ea typeface="+mn-ea"/>
          <a:cs typeface="+mn-cs"/>
        </a:defRPr>
      </a:lvl7pPr>
      <a:lvl8pPr marL="1041917" indent="-344959" algn="l" defTabSz="1788157" rtl="0" eaLnBrk="1" latinLnBrk="0" hangingPunct="1">
        <a:spcBef>
          <a:spcPts val="0"/>
        </a:spcBef>
        <a:spcAft>
          <a:spcPts val="1955"/>
        </a:spcAft>
        <a:buFont typeface="Verdana" panose="020B0604030504040204" pitchFamily="34" charset="0"/>
        <a:buChar char="−"/>
        <a:defRPr sz="2347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041917" indent="-344959" algn="l" defTabSz="1788157" rtl="0" eaLnBrk="1" latinLnBrk="0" hangingPunct="1">
        <a:spcBef>
          <a:spcPts val="0"/>
        </a:spcBef>
        <a:spcAft>
          <a:spcPts val="1955"/>
        </a:spcAft>
        <a:buFont typeface="Verdana" panose="020B0604030504040204" pitchFamily="34" charset="0"/>
        <a:buChar char="−"/>
        <a:defRPr sz="2347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1pPr>
      <a:lvl2pPr marL="894078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788157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3pPr>
      <a:lvl4pPr marL="2682233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4pPr>
      <a:lvl5pPr marL="3576312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5pPr>
      <a:lvl6pPr marL="4470390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6pPr>
      <a:lvl7pPr marL="5364468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7pPr>
      <a:lvl8pPr marL="6258545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8pPr>
      <a:lvl9pPr marL="7152624" algn="l" defTabSz="1788157" rtl="0" eaLnBrk="1" latinLnBrk="0" hangingPunct="1">
        <a:defRPr sz="3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296">
          <p15:clr>
            <a:srgbClr val="F26B43"/>
          </p15:clr>
        </p15:guide>
        <p15:guide id="5" pos="7384">
          <p15:clr>
            <a:srgbClr val="F26B43"/>
          </p15:clr>
        </p15:guide>
        <p15:guide id="7" orient="horz" pos="245">
          <p15:clr>
            <a:srgbClr val="F26B43"/>
          </p15:clr>
        </p15:guide>
        <p15:guide id="8" orient="horz" pos="4081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3" orient="horz" pos="39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592"/>
          <p:cNvSpPr/>
          <p:nvPr/>
        </p:nvSpPr>
        <p:spPr>
          <a:xfrm>
            <a:off x="166897" y="7869832"/>
            <a:ext cx="8093816" cy="19980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71005" y="3141378"/>
            <a:ext cx="3074773" cy="67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-1296158" y="1916529"/>
          <a:ext cx="1351" cy="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296158" y="1916529"/>
                        <a:ext cx="1351" cy="1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" name="Title 3">
            <a:extLst>
              <a:ext uri="{FF2B5EF4-FFF2-40B4-BE49-F238E27FC236}">
                <a16:creationId xmlns:a16="http://schemas.microsoft.com/office/drawing/2014/main" id="{29D295E8-3114-48F2-B505-8C3668C7BDFC}"/>
              </a:ext>
            </a:extLst>
          </p:cNvPr>
          <p:cNvSpPr txBox="1">
            <a:spLocks/>
          </p:cNvSpPr>
          <p:nvPr/>
        </p:nvSpPr>
        <p:spPr>
          <a:xfrm>
            <a:off x="-4913" y="3859"/>
            <a:ext cx="18306288" cy="416280"/>
          </a:xfrm>
          <a:prstGeom prst="rect">
            <a:avLst/>
          </a:prstGeom>
          <a:solidFill>
            <a:schemeClr val="tx1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2000" b="1" i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KPI Visualization and Computation: Route and </a:t>
            </a:r>
            <a:r>
              <a:rPr lang="en-US" sz="20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Utilization</a:t>
            </a:r>
            <a:endParaRPr lang="en-US" sz="2000" b="1" i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7D09791-2BA3-4F16-97A0-1DC6C775848D}"/>
              </a:ext>
            </a:extLst>
          </p:cNvPr>
          <p:cNvSpPr/>
          <p:nvPr/>
        </p:nvSpPr>
        <p:spPr>
          <a:xfrm>
            <a:off x="144378" y="458722"/>
            <a:ext cx="11204410" cy="9432037"/>
          </a:xfrm>
          <a:prstGeom prst="rect">
            <a:avLst/>
          </a:prstGeom>
          <a:noFill/>
          <a:ln w="28575" cap="rnd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0908F23-93D0-4672-8A52-8763265143F9}"/>
              </a:ext>
            </a:extLst>
          </p:cNvPr>
          <p:cNvSpPr/>
          <p:nvPr/>
        </p:nvSpPr>
        <p:spPr>
          <a:xfrm>
            <a:off x="11480800" y="458722"/>
            <a:ext cx="6632345" cy="9432037"/>
          </a:xfrm>
          <a:prstGeom prst="rect">
            <a:avLst/>
          </a:prstGeom>
          <a:noFill/>
          <a:ln w="28575" cap="rnd" cmpd="sng" algn="ctr">
            <a:solidFill>
              <a:srgbClr val="86BC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F35DFC1-EC45-4DC7-983A-A6D8CB1C1A2B}"/>
              </a:ext>
            </a:extLst>
          </p:cNvPr>
          <p:cNvSpPr/>
          <p:nvPr/>
        </p:nvSpPr>
        <p:spPr bwMode="gray">
          <a:xfrm>
            <a:off x="13744966" y="1059513"/>
            <a:ext cx="2194560" cy="1828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 defTabSz="1219170">
              <a:lnSpc>
                <a:spcPct val="106000"/>
              </a:lnSpc>
            </a:pPr>
            <a:r>
              <a:rPr lang="en-US" sz="1400" b="1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Utilization</a:t>
            </a:r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DC17CF0F-3A5B-4824-9CC8-83A6B03CD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19663"/>
              </p:ext>
            </p:extLst>
          </p:nvPr>
        </p:nvGraphicFramePr>
        <p:xfrm>
          <a:off x="11664645" y="1590141"/>
          <a:ext cx="3062781" cy="3102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8715">
                  <a:extLst>
                    <a:ext uri="{9D8B030D-6E8A-4147-A177-3AD203B41FA5}">
                      <a16:colId xmlns:a16="http://schemas.microsoft.com/office/drawing/2014/main" val="1594597018"/>
                    </a:ext>
                  </a:extLst>
                </a:gridCol>
                <a:gridCol w="1174066">
                  <a:extLst>
                    <a:ext uri="{9D8B030D-6E8A-4147-A177-3AD203B41FA5}">
                      <a16:colId xmlns:a16="http://schemas.microsoft.com/office/drawing/2014/main" val="4194735508"/>
                    </a:ext>
                  </a:extLst>
                </a:gridCol>
              </a:tblGrid>
              <a:tr h="652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Particulars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Formulae</a:t>
                      </a:r>
                    </a:p>
                  </a:txBody>
                  <a:tcPr marL="18288" marR="18288" marT="18288" marB="1828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C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45788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Tickets Sold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936337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Gross Number of Tickets Sold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802109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Less: Cancellations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373768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Number of Tickets Sold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 = (A-B)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314361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Seats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505042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Vehicles assigned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7979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seats per Vehicle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74810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Number of Seats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 = (D*E)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090420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Milk Runs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53125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Runs assigned per Vehicle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164820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Number of Runs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 = (D*G)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51299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Capacity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RC = (F*H)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020644"/>
                  </a:ext>
                </a:extLst>
              </a:tr>
              <a:tr h="6529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Utilization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RU = C / RC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947915"/>
                  </a:ext>
                </a:extLst>
              </a:tr>
            </a:tbl>
          </a:graphicData>
        </a:graphic>
      </p:graphicFrame>
      <p:sp>
        <p:nvSpPr>
          <p:cNvPr id="104" name="Rectangle 103">
            <a:extLst>
              <a:ext uri="{FF2B5EF4-FFF2-40B4-BE49-F238E27FC236}">
                <a16:creationId xmlns:a16="http://schemas.microsoft.com/office/drawing/2014/main" id="{CEADBFC2-9DD3-4284-83FB-F94852B080B7}"/>
              </a:ext>
            </a:extLst>
          </p:cNvPr>
          <p:cNvSpPr/>
          <p:nvPr/>
        </p:nvSpPr>
        <p:spPr bwMode="gray">
          <a:xfrm>
            <a:off x="12303301" y="1379125"/>
            <a:ext cx="2194560" cy="1828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 defTabSz="1219170">
              <a:lnSpc>
                <a:spcPct val="106000"/>
              </a:lnSpc>
            </a:pPr>
            <a:r>
              <a:rPr lang="en-US" sz="900" b="1" u="sng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5668AEF-06F8-4147-8144-655391119CBA}"/>
              </a:ext>
            </a:extLst>
          </p:cNvPr>
          <p:cNvSpPr/>
          <p:nvPr/>
        </p:nvSpPr>
        <p:spPr bwMode="gray">
          <a:xfrm>
            <a:off x="15178513" y="1379125"/>
            <a:ext cx="2194560" cy="1828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 defTabSz="1219170">
              <a:lnSpc>
                <a:spcPct val="106000"/>
              </a:lnSpc>
            </a:pPr>
            <a:r>
              <a:rPr lang="en-US" sz="900" b="1" u="sng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F566BD-1B21-46C1-B345-01BC3284C64F}"/>
              </a:ext>
            </a:extLst>
          </p:cNvPr>
          <p:cNvSpPr txBox="1"/>
          <p:nvPr/>
        </p:nvSpPr>
        <p:spPr bwMode="gray">
          <a:xfrm>
            <a:off x="1723937" y="776297"/>
            <a:ext cx="9528956" cy="964371"/>
          </a:xfrm>
          <a:prstGeom prst="rect">
            <a:avLst/>
          </a:prstGeom>
        </p:spPr>
        <p:txBody>
          <a:bodyPr wrap="square" lIns="0" rIns="0" rtlCol="0" anchor="t" anchorCtr="0">
            <a:noAutofit/>
          </a:bodyPr>
          <a:lstStyle/>
          <a:p>
            <a:pPr marL="228600" indent="-228600" defTabSz="121917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Total Seats Occupied will be calculated based on the number of times a single customer avails the rides. If the customer purchases a pass which has a provision for multiple rides, Gross tickets sold would consider the number of rides actually availed by the customer within the pass. </a:t>
            </a:r>
          </a:p>
          <a:p>
            <a:pPr marL="228600" indent="-228600" defTabSz="121917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vehicle can be assigned to run multiple schedules on the same route (called milk runs) for a specific number of times per day.</a:t>
            </a:r>
          </a:p>
          <a:p>
            <a:pPr marL="228600" indent="-228600" defTabSz="121917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vehicle can be assigned to run multiple routes for a specific number of times per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144" y="413057"/>
            <a:ext cx="4203395" cy="41190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r>
              <a:rPr lang="en-US" sz="1600" b="1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Considerations &amp; Assumptions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39939" y="396097"/>
            <a:ext cx="2845651" cy="41190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r>
              <a:rPr lang="en-US" sz="1600" b="1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Output Report Formats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F35DFC1-EC45-4DC7-983A-A6D8CB1C1A2B}"/>
              </a:ext>
            </a:extLst>
          </p:cNvPr>
          <p:cNvSpPr/>
          <p:nvPr/>
        </p:nvSpPr>
        <p:spPr bwMode="gray">
          <a:xfrm>
            <a:off x="13699692" y="5180877"/>
            <a:ext cx="2194560" cy="1828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 defTabSz="1219170">
              <a:lnSpc>
                <a:spcPct val="106000"/>
              </a:lnSpc>
            </a:pPr>
            <a:r>
              <a:rPr lang="en-US" sz="1400" b="1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Hub / City Roll-Ups</a:t>
            </a:r>
            <a:r>
              <a:rPr lang="en-US" sz="1400" b="1" u="sng" baseline="30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E37ED20-766E-4BE4-9857-0A8291AC7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659907"/>
              </p:ext>
            </p:extLst>
          </p:nvPr>
        </p:nvGraphicFramePr>
        <p:xfrm>
          <a:off x="11664644" y="5536441"/>
          <a:ext cx="6278880" cy="1895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159459701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419473550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754323244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83402692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552135049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560912490"/>
                    </a:ext>
                  </a:extLst>
                </a:gridCol>
              </a:tblGrid>
              <a:tr h="156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Particulars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1</a:t>
                      </a:r>
                    </a:p>
                  </a:txBody>
                  <a:tcPr marL="18288" marR="18288" marT="18288" marB="182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. . 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Hub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45788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Tickets Sold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C-Hub =</a:t>
                      </a:r>
                      <a:r>
                        <a:rPr 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C1 + C2 + C3 + …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006862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Capacity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D-Hub = D1 + D2 + D3 + 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920900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Utilization for Hub</a:t>
                      </a:r>
                      <a:endParaRPr lang="en-US" sz="1000" b="1" i="1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RU-Hub = C / 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331855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Capacity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E-Hub = E1 + E2 + E3 + 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326805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Utilization for Hub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VU-Hub = C / E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824277"/>
                  </a:ext>
                </a:extLst>
              </a:tr>
            </a:tbl>
          </a:graphicData>
        </a:graphic>
      </p:graphicFrame>
      <p:cxnSp>
        <p:nvCxnSpPr>
          <p:cNvPr id="64" name="Straight Connector 63"/>
          <p:cNvCxnSpPr/>
          <p:nvPr/>
        </p:nvCxnSpPr>
        <p:spPr>
          <a:xfrm>
            <a:off x="11647231" y="4970397"/>
            <a:ext cx="6309407" cy="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7" name="Table 136">
            <a:extLst>
              <a:ext uri="{FF2B5EF4-FFF2-40B4-BE49-F238E27FC236}">
                <a16:creationId xmlns:a16="http://schemas.microsoft.com/office/drawing/2014/main" id="{720F3A37-238B-450B-A38C-85B8DCC9F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79584"/>
              </p:ext>
            </p:extLst>
          </p:nvPr>
        </p:nvGraphicFramePr>
        <p:xfrm>
          <a:off x="14892221" y="1590140"/>
          <a:ext cx="3062781" cy="3099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8715">
                  <a:extLst>
                    <a:ext uri="{9D8B030D-6E8A-4147-A177-3AD203B41FA5}">
                      <a16:colId xmlns:a16="http://schemas.microsoft.com/office/drawing/2014/main" val="1594597018"/>
                    </a:ext>
                  </a:extLst>
                </a:gridCol>
                <a:gridCol w="1174066">
                  <a:extLst>
                    <a:ext uri="{9D8B030D-6E8A-4147-A177-3AD203B41FA5}">
                      <a16:colId xmlns:a16="http://schemas.microsoft.com/office/drawing/2014/main" val="4194735508"/>
                    </a:ext>
                  </a:extLst>
                </a:gridCol>
              </a:tblGrid>
              <a:tr h="1954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Particulars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Formulae</a:t>
                      </a:r>
                    </a:p>
                  </a:txBody>
                  <a:tcPr marL="18288" marR="18288" marT="18288" marB="1828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C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45788"/>
                  </a:ext>
                </a:extLst>
              </a:tr>
              <a:tr h="2716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Tickets Sold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936337"/>
                  </a:ext>
                </a:extLst>
              </a:tr>
              <a:tr h="4589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Gross Number of Tickets Sold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802109"/>
                  </a:ext>
                </a:extLst>
              </a:tr>
              <a:tr h="2716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Less: Cancellations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373768"/>
                  </a:ext>
                </a:extLst>
              </a:tr>
              <a:tr h="4589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Number of Tickets Sold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 = (A-B)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314361"/>
                  </a:ext>
                </a:extLst>
              </a:tr>
              <a:tr h="2716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Capacity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505042"/>
                  </a:ext>
                </a:extLst>
              </a:tr>
              <a:tr h="2716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Seats per Vehicle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7979"/>
                  </a:ext>
                </a:extLst>
              </a:tr>
              <a:tr h="2716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Runs per Vehicle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74810"/>
                  </a:ext>
                </a:extLst>
              </a:tr>
              <a:tr h="2716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Capacity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VC = (D*E)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090420"/>
                  </a:ext>
                </a:extLst>
              </a:tr>
              <a:tr h="35648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Utilization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VU = C / VC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947915"/>
                  </a:ext>
                </a:extLst>
              </a:tr>
            </a:tbl>
          </a:graphicData>
        </a:graphic>
      </p:graphicFrame>
      <p:graphicFrame>
        <p:nvGraphicFramePr>
          <p:cNvPr id="138" name="Table 137">
            <a:extLst>
              <a:ext uri="{FF2B5EF4-FFF2-40B4-BE49-F238E27FC236}">
                <a16:creationId xmlns:a16="http://schemas.microsoft.com/office/drawing/2014/main" id="{1C96C4CE-A120-4E57-81B2-DCBCE7488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199043"/>
              </p:ext>
            </p:extLst>
          </p:nvPr>
        </p:nvGraphicFramePr>
        <p:xfrm>
          <a:off x="11664644" y="7692414"/>
          <a:ext cx="6278880" cy="1895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159459701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419473550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754323244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83402692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552135049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560912490"/>
                    </a:ext>
                  </a:extLst>
                </a:gridCol>
              </a:tblGrid>
              <a:tr h="156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Particulars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Hub 1</a:t>
                      </a:r>
                    </a:p>
                  </a:txBody>
                  <a:tcPr marL="18288" marR="18288" marT="18288" marB="182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Hub 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Hub 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. . 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Hub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45788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Number of Tickets Sold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C-City =</a:t>
                      </a:r>
                      <a:r>
                        <a:rPr 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C1 + C2 + C3 + …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006862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Capacity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D-City = D1 + D2 + D3 + 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920900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Route Utilization for City</a:t>
                      </a:r>
                      <a:endParaRPr lang="en-US" sz="1000" b="1" i="1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RU-City = C / D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331855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Capacity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E1</a:t>
                      </a: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E2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E3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E-City = E1 + E2 + E3 + …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326805"/>
                  </a:ext>
                </a:extLst>
              </a:tr>
              <a:tr h="1565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Vehicle Utilization for City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86BC25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86BC25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VU-City = C / E</a:t>
                      </a: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82427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78FF04-748C-4A6E-AE59-F05DB93C2C2E}"/>
              </a:ext>
            </a:extLst>
          </p:cNvPr>
          <p:cNvCxnSpPr>
            <a:cxnSpLocks/>
          </p:cNvCxnSpPr>
          <p:nvPr/>
        </p:nvCxnSpPr>
        <p:spPr>
          <a:xfrm>
            <a:off x="2121457" y="3141378"/>
            <a:ext cx="0" cy="6749380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011E8ED-10D5-4D34-8A37-1FBF3A9B1BAD}"/>
              </a:ext>
            </a:extLst>
          </p:cNvPr>
          <p:cNvCxnSpPr>
            <a:cxnSpLocks/>
          </p:cNvCxnSpPr>
          <p:nvPr/>
        </p:nvCxnSpPr>
        <p:spPr>
          <a:xfrm>
            <a:off x="5196231" y="3141378"/>
            <a:ext cx="0" cy="6748272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8FA69F-F9A8-41CC-B76A-A7E2BD8C5487}"/>
              </a:ext>
            </a:extLst>
          </p:cNvPr>
          <p:cNvCxnSpPr>
            <a:cxnSpLocks/>
          </p:cNvCxnSpPr>
          <p:nvPr/>
        </p:nvCxnSpPr>
        <p:spPr>
          <a:xfrm>
            <a:off x="8271005" y="3141378"/>
            <a:ext cx="0" cy="6748272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1FE514-1DE1-4276-91A2-433F9F2B105A}"/>
              </a:ext>
            </a:extLst>
          </p:cNvPr>
          <p:cNvCxnSpPr>
            <a:cxnSpLocks/>
          </p:cNvCxnSpPr>
          <p:nvPr/>
        </p:nvCxnSpPr>
        <p:spPr>
          <a:xfrm flipH="1">
            <a:off x="144378" y="3141378"/>
            <a:ext cx="11201400" cy="1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DD270FC-1A2F-44FF-B502-87D99A67F63E}"/>
              </a:ext>
            </a:extLst>
          </p:cNvPr>
          <p:cNvCxnSpPr>
            <a:cxnSpLocks/>
          </p:cNvCxnSpPr>
          <p:nvPr/>
        </p:nvCxnSpPr>
        <p:spPr>
          <a:xfrm flipH="1">
            <a:off x="144378" y="3763678"/>
            <a:ext cx="11201400" cy="1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2DD0AC6-DBAA-4B75-9B7A-295B7BD3B571}"/>
              </a:ext>
            </a:extLst>
          </p:cNvPr>
          <p:cNvCxnSpPr>
            <a:cxnSpLocks/>
          </p:cNvCxnSpPr>
          <p:nvPr/>
        </p:nvCxnSpPr>
        <p:spPr>
          <a:xfrm flipH="1">
            <a:off x="144378" y="5806038"/>
            <a:ext cx="11201400" cy="1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1AA92E5-8570-4BA4-92B3-D8027DC0D42A}"/>
              </a:ext>
            </a:extLst>
          </p:cNvPr>
          <p:cNvCxnSpPr>
            <a:cxnSpLocks/>
          </p:cNvCxnSpPr>
          <p:nvPr/>
        </p:nvCxnSpPr>
        <p:spPr>
          <a:xfrm flipH="1">
            <a:off x="144378" y="7848398"/>
            <a:ext cx="11201400" cy="1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0738-17AF-4836-8621-AE57043B1B85}"/>
              </a:ext>
            </a:extLst>
          </p:cNvPr>
          <p:cNvSpPr/>
          <p:nvPr/>
        </p:nvSpPr>
        <p:spPr>
          <a:xfrm>
            <a:off x="2287244" y="3183794"/>
            <a:ext cx="2743200" cy="54864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I (20 seats/Vehicle)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ABF7374-14EB-45D8-9388-ADCB028D46C3}"/>
              </a:ext>
            </a:extLst>
          </p:cNvPr>
          <p:cNvSpPr/>
          <p:nvPr/>
        </p:nvSpPr>
        <p:spPr>
          <a:xfrm>
            <a:off x="5362018" y="3183794"/>
            <a:ext cx="2743200" cy="54864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II (16 seats/Vehicle)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0B1BA72-695C-4561-AF9D-BE608E6165AA}"/>
              </a:ext>
            </a:extLst>
          </p:cNvPr>
          <p:cNvSpPr/>
          <p:nvPr/>
        </p:nvSpPr>
        <p:spPr>
          <a:xfrm>
            <a:off x="8436791" y="3183794"/>
            <a:ext cx="2743200" cy="54864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Utilization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3B3FA65-422F-4701-BEAE-1EB2DACF6B40}"/>
              </a:ext>
            </a:extLst>
          </p:cNvPr>
          <p:cNvSpPr/>
          <p:nvPr/>
        </p:nvSpPr>
        <p:spPr>
          <a:xfrm>
            <a:off x="179940" y="4510539"/>
            <a:ext cx="1828800" cy="54864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I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C1B7E4-C048-467E-9C25-CF84E5C56A27}"/>
              </a:ext>
            </a:extLst>
          </p:cNvPr>
          <p:cNvSpPr/>
          <p:nvPr/>
        </p:nvSpPr>
        <p:spPr>
          <a:xfrm>
            <a:off x="179940" y="6552898"/>
            <a:ext cx="1828800" cy="54864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II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6D8534F-4C88-469D-8781-67811B2F92EF}"/>
              </a:ext>
            </a:extLst>
          </p:cNvPr>
          <p:cNvSpPr/>
          <p:nvPr/>
        </p:nvSpPr>
        <p:spPr>
          <a:xfrm>
            <a:off x="179940" y="8599190"/>
            <a:ext cx="1828800" cy="54864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Utilization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0D2030F-34B1-4292-8068-823CC50C2ACE}"/>
              </a:ext>
            </a:extLst>
          </p:cNvPr>
          <p:cNvSpPr/>
          <p:nvPr/>
        </p:nvSpPr>
        <p:spPr>
          <a:xfrm>
            <a:off x="4281349" y="6034440"/>
            <a:ext cx="822960" cy="1554480"/>
          </a:xfrm>
          <a:prstGeom prst="rect">
            <a:avLst/>
          </a:prstGeom>
          <a:noFill/>
          <a:ln w="12700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42" name="Picture 541">
            <a:extLst>
              <a:ext uri="{FF2B5EF4-FFF2-40B4-BE49-F238E27FC236}">
                <a16:creationId xmlns:a16="http://schemas.microsoft.com/office/drawing/2014/main" id="{7CDFCC40-7F4A-4B78-B770-986484749EE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48" y="6122714"/>
            <a:ext cx="112871" cy="182880"/>
          </a:xfrm>
          <a:prstGeom prst="rect">
            <a:avLst/>
          </a:prstGeom>
        </p:spPr>
      </p:pic>
      <p:pic>
        <p:nvPicPr>
          <p:cNvPr id="543" name="Picture 542">
            <a:extLst>
              <a:ext uri="{FF2B5EF4-FFF2-40B4-BE49-F238E27FC236}">
                <a16:creationId xmlns:a16="http://schemas.microsoft.com/office/drawing/2014/main" id="{CD0829E1-2FA9-45B3-AB14-C8BAA273473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58" y="6122714"/>
            <a:ext cx="112871" cy="182880"/>
          </a:xfrm>
          <a:prstGeom prst="rect">
            <a:avLst/>
          </a:prstGeom>
        </p:spPr>
      </p:pic>
      <p:pic>
        <p:nvPicPr>
          <p:cNvPr id="544" name="Picture 543">
            <a:extLst>
              <a:ext uri="{FF2B5EF4-FFF2-40B4-BE49-F238E27FC236}">
                <a16:creationId xmlns:a16="http://schemas.microsoft.com/office/drawing/2014/main" id="{4149415D-6653-4AC6-AB51-47097ECBC44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91" y="6122714"/>
            <a:ext cx="112871" cy="182880"/>
          </a:xfrm>
          <a:prstGeom prst="rect">
            <a:avLst/>
          </a:prstGeom>
        </p:spPr>
      </p:pic>
      <p:pic>
        <p:nvPicPr>
          <p:cNvPr id="545" name="Picture 544">
            <a:extLst>
              <a:ext uri="{FF2B5EF4-FFF2-40B4-BE49-F238E27FC236}">
                <a16:creationId xmlns:a16="http://schemas.microsoft.com/office/drawing/2014/main" id="{3022D844-038E-41FF-B975-E1B79FF96C1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6122714"/>
            <a:ext cx="112871" cy="182880"/>
          </a:xfrm>
          <a:prstGeom prst="rect">
            <a:avLst/>
          </a:prstGeom>
        </p:spPr>
      </p:pic>
      <p:pic>
        <p:nvPicPr>
          <p:cNvPr id="546" name="Picture 545">
            <a:extLst>
              <a:ext uri="{FF2B5EF4-FFF2-40B4-BE49-F238E27FC236}">
                <a16:creationId xmlns:a16="http://schemas.microsoft.com/office/drawing/2014/main" id="{8118FCE2-DB92-425D-BB3F-687E3A81120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48" y="7056428"/>
            <a:ext cx="112871" cy="182880"/>
          </a:xfrm>
          <a:prstGeom prst="rect">
            <a:avLst/>
          </a:prstGeom>
        </p:spPr>
      </p:pic>
      <p:pic>
        <p:nvPicPr>
          <p:cNvPr id="547" name="Picture 546">
            <a:extLst>
              <a:ext uri="{FF2B5EF4-FFF2-40B4-BE49-F238E27FC236}">
                <a16:creationId xmlns:a16="http://schemas.microsoft.com/office/drawing/2014/main" id="{81866E10-0965-47F5-9245-554D10122A0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58" y="7056428"/>
            <a:ext cx="112871" cy="182880"/>
          </a:xfrm>
          <a:prstGeom prst="rect">
            <a:avLst/>
          </a:prstGeom>
        </p:spPr>
      </p:pic>
      <p:pic>
        <p:nvPicPr>
          <p:cNvPr id="548" name="Picture 547">
            <a:extLst>
              <a:ext uri="{FF2B5EF4-FFF2-40B4-BE49-F238E27FC236}">
                <a16:creationId xmlns:a16="http://schemas.microsoft.com/office/drawing/2014/main" id="{EE1C44CD-9BC9-4014-93E8-4808166E9CA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91" y="7056428"/>
            <a:ext cx="112871" cy="182880"/>
          </a:xfrm>
          <a:prstGeom prst="rect">
            <a:avLst/>
          </a:prstGeom>
        </p:spPr>
      </p:pic>
      <p:pic>
        <p:nvPicPr>
          <p:cNvPr id="549" name="Picture 548">
            <a:extLst>
              <a:ext uri="{FF2B5EF4-FFF2-40B4-BE49-F238E27FC236}">
                <a16:creationId xmlns:a16="http://schemas.microsoft.com/office/drawing/2014/main" id="{A74C3837-FA0A-413D-B97A-BF501E1689F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48" y="6745190"/>
            <a:ext cx="112871" cy="182880"/>
          </a:xfrm>
          <a:prstGeom prst="rect">
            <a:avLst/>
          </a:prstGeom>
        </p:spPr>
      </p:pic>
      <p:pic>
        <p:nvPicPr>
          <p:cNvPr id="550" name="Picture 549">
            <a:extLst>
              <a:ext uri="{FF2B5EF4-FFF2-40B4-BE49-F238E27FC236}">
                <a16:creationId xmlns:a16="http://schemas.microsoft.com/office/drawing/2014/main" id="{7ACFE8C7-6034-49B4-967C-46B09318F69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58" y="6745190"/>
            <a:ext cx="112871" cy="182880"/>
          </a:xfrm>
          <a:prstGeom prst="rect">
            <a:avLst/>
          </a:prstGeom>
        </p:spPr>
      </p:pic>
      <p:pic>
        <p:nvPicPr>
          <p:cNvPr id="551" name="Picture 550">
            <a:extLst>
              <a:ext uri="{FF2B5EF4-FFF2-40B4-BE49-F238E27FC236}">
                <a16:creationId xmlns:a16="http://schemas.microsoft.com/office/drawing/2014/main" id="{49845583-A727-4AF0-B298-633C57072C2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91" y="6745190"/>
            <a:ext cx="112871" cy="182880"/>
          </a:xfrm>
          <a:prstGeom prst="rect">
            <a:avLst/>
          </a:prstGeom>
        </p:spPr>
      </p:pic>
      <p:pic>
        <p:nvPicPr>
          <p:cNvPr id="552" name="Picture 551">
            <a:extLst>
              <a:ext uri="{FF2B5EF4-FFF2-40B4-BE49-F238E27FC236}">
                <a16:creationId xmlns:a16="http://schemas.microsoft.com/office/drawing/2014/main" id="{D211109C-9144-412E-96BB-5CCA80AA386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6745190"/>
            <a:ext cx="112871" cy="182880"/>
          </a:xfrm>
          <a:prstGeom prst="rect">
            <a:avLst/>
          </a:prstGeom>
        </p:spPr>
      </p:pic>
      <p:pic>
        <p:nvPicPr>
          <p:cNvPr id="553" name="Picture 552">
            <a:extLst>
              <a:ext uri="{FF2B5EF4-FFF2-40B4-BE49-F238E27FC236}">
                <a16:creationId xmlns:a16="http://schemas.microsoft.com/office/drawing/2014/main" id="{067DCD41-343D-4A1F-8FED-A9C013AC3F0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48" y="6433952"/>
            <a:ext cx="112871" cy="182880"/>
          </a:xfrm>
          <a:prstGeom prst="rect">
            <a:avLst/>
          </a:prstGeom>
        </p:spPr>
      </p:pic>
      <p:pic>
        <p:nvPicPr>
          <p:cNvPr id="554" name="Picture 553">
            <a:extLst>
              <a:ext uri="{FF2B5EF4-FFF2-40B4-BE49-F238E27FC236}">
                <a16:creationId xmlns:a16="http://schemas.microsoft.com/office/drawing/2014/main" id="{DD8FF8D5-9C9C-495A-A4EB-643D83D9DB6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58" y="6433952"/>
            <a:ext cx="112871" cy="182880"/>
          </a:xfrm>
          <a:prstGeom prst="rect">
            <a:avLst/>
          </a:prstGeom>
        </p:spPr>
      </p:pic>
      <p:pic>
        <p:nvPicPr>
          <p:cNvPr id="555" name="Picture 554">
            <a:extLst>
              <a:ext uri="{FF2B5EF4-FFF2-40B4-BE49-F238E27FC236}">
                <a16:creationId xmlns:a16="http://schemas.microsoft.com/office/drawing/2014/main" id="{AC7B7EBD-7035-422C-8162-6C52B743EF8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91" y="6433952"/>
            <a:ext cx="112871" cy="182880"/>
          </a:xfrm>
          <a:prstGeom prst="rect">
            <a:avLst/>
          </a:prstGeom>
        </p:spPr>
      </p:pic>
      <p:pic>
        <p:nvPicPr>
          <p:cNvPr id="556" name="Picture 555">
            <a:extLst>
              <a:ext uri="{FF2B5EF4-FFF2-40B4-BE49-F238E27FC236}">
                <a16:creationId xmlns:a16="http://schemas.microsoft.com/office/drawing/2014/main" id="{451C81F8-9878-439C-B1F6-ECC5378ACD6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6433952"/>
            <a:ext cx="112871" cy="182880"/>
          </a:xfrm>
          <a:prstGeom prst="rect">
            <a:avLst/>
          </a:prstGeom>
        </p:spPr>
      </p:pic>
      <p:pic>
        <p:nvPicPr>
          <p:cNvPr id="557" name="Picture 556">
            <a:extLst>
              <a:ext uri="{FF2B5EF4-FFF2-40B4-BE49-F238E27FC236}">
                <a16:creationId xmlns:a16="http://schemas.microsoft.com/office/drawing/2014/main" id="{D0E78384-AA26-4ABA-B3AC-A687A651BE2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7056428"/>
            <a:ext cx="112871" cy="182880"/>
          </a:xfrm>
          <a:prstGeom prst="rect">
            <a:avLst/>
          </a:prstGeom>
        </p:spPr>
      </p:pic>
      <p:pic>
        <p:nvPicPr>
          <p:cNvPr id="558" name="Picture 557">
            <a:extLst>
              <a:ext uri="{FF2B5EF4-FFF2-40B4-BE49-F238E27FC236}">
                <a16:creationId xmlns:a16="http://schemas.microsoft.com/office/drawing/2014/main" id="{9334C519-6FB1-4C23-A592-02D0B9E2C7E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91" y="7367665"/>
            <a:ext cx="112871" cy="182880"/>
          </a:xfrm>
          <a:prstGeom prst="rect">
            <a:avLst/>
          </a:prstGeom>
        </p:spPr>
      </p:pic>
      <p:pic>
        <p:nvPicPr>
          <p:cNvPr id="559" name="Picture 558">
            <a:extLst>
              <a:ext uri="{FF2B5EF4-FFF2-40B4-BE49-F238E27FC236}">
                <a16:creationId xmlns:a16="http://schemas.microsoft.com/office/drawing/2014/main" id="{DF26B309-F6E9-4C09-9E61-9E69E2323DB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7367665"/>
            <a:ext cx="112871" cy="182880"/>
          </a:xfrm>
          <a:prstGeom prst="rect">
            <a:avLst/>
          </a:prstGeom>
        </p:spPr>
      </p:pic>
      <p:pic>
        <p:nvPicPr>
          <p:cNvPr id="560" name="Picture 559">
            <a:extLst>
              <a:ext uri="{FF2B5EF4-FFF2-40B4-BE49-F238E27FC236}">
                <a16:creationId xmlns:a16="http://schemas.microsoft.com/office/drawing/2014/main" id="{98AE48D6-3CA8-4AA4-9A73-0D6ADF354D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48" y="7367665"/>
            <a:ext cx="112871" cy="182880"/>
          </a:xfrm>
          <a:prstGeom prst="rect">
            <a:avLst/>
          </a:prstGeom>
        </p:spPr>
      </p:pic>
      <p:pic>
        <p:nvPicPr>
          <p:cNvPr id="561" name="Picture 560">
            <a:extLst>
              <a:ext uri="{FF2B5EF4-FFF2-40B4-BE49-F238E27FC236}">
                <a16:creationId xmlns:a16="http://schemas.microsoft.com/office/drawing/2014/main" id="{359077BC-B602-4E3B-A034-B845277F6B5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58" y="7367665"/>
            <a:ext cx="112871" cy="182880"/>
          </a:xfrm>
          <a:prstGeom prst="rect">
            <a:avLst/>
          </a:prstGeom>
        </p:spPr>
      </p:pic>
      <p:sp>
        <p:nvSpPr>
          <p:cNvPr id="579" name="TextBox 578">
            <a:extLst>
              <a:ext uri="{FF2B5EF4-FFF2-40B4-BE49-F238E27FC236}">
                <a16:creationId xmlns:a16="http://schemas.microsoft.com/office/drawing/2014/main" id="{13862993-1E3E-47EC-8560-3AD9BDAE134B}"/>
              </a:ext>
            </a:extLst>
          </p:cNvPr>
          <p:cNvSpPr txBox="1"/>
          <p:nvPr/>
        </p:nvSpPr>
        <p:spPr>
          <a:xfrm>
            <a:off x="4281349" y="7648663"/>
            <a:ext cx="822960" cy="153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20/20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74E26222-006E-4674-8BC7-31D4121B3F64}"/>
              </a:ext>
            </a:extLst>
          </p:cNvPr>
          <p:cNvSpPr txBox="1"/>
          <p:nvPr/>
        </p:nvSpPr>
        <p:spPr>
          <a:xfrm>
            <a:off x="4281349" y="5842177"/>
            <a:ext cx="822960" cy="153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Run III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1707E6-1F3D-45BC-9234-812DD142C459}"/>
              </a:ext>
            </a:extLst>
          </p:cNvPr>
          <p:cNvGrpSpPr/>
          <p:nvPr/>
        </p:nvGrpSpPr>
        <p:grpSpPr>
          <a:xfrm>
            <a:off x="3251210" y="5842177"/>
            <a:ext cx="822960" cy="1960374"/>
            <a:chOff x="3178130" y="4673977"/>
            <a:chExt cx="822960" cy="1960374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14D96FE-0409-40AA-9C47-BEBEAF170906}"/>
                </a:ext>
              </a:extLst>
            </p:cNvPr>
            <p:cNvSpPr/>
            <p:nvPr/>
          </p:nvSpPr>
          <p:spPr>
            <a:xfrm>
              <a:off x="3178130" y="4866240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481" name="Picture 480">
              <a:extLst>
                <a:ext uri="{FF2B5EF4-FFF2-40B4-BE49-F238E27FC236}">
                  <a16:creationId xmlns:a16="http://schemas.microsoft.com/office/drawing/2014/main" id="{8E0C4644-95A7-4868-B124-7FBE97B87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531" y="4954514"/>
              <a:ext cx="112871" cy="182880"/>
            </a:xfrm>
            <a:prstGeom prst="rect">
              <a:avLst/>
            </a:prstGeom>
          </p:spPr>
        </p:pic>
        <p:pic>
          <p:nvPicPr>
            <p:cNvPr id="482" name="Picture 481">
              <a:extLst>
                <a:ext uri="{FF2B5EF4-FFF2-40B4-BE49-F238E27FC236}">
                  <a16:creationId xmlns:a16="http://schemas.microsoft.com/office/drawing/2014/main" id="{60E69051-A60F-469A-97BE-8F9068EB0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141" y="4954514"/>
              <a:ext cx="112871" cy="182880"/>
            </a:xfrm>
            <a:prstGeom prst="rect">
              <a:avLst/>
            </a:prstGeom>
          </p:spPr>
        </p:pic>
        <p:pic>
          <p:nvPicPr>
            <p:cNvPr id="483" name="Picture 482">
              <a:extLst>
                <a:ext uri="{FF2B5EF4-FFF2-40B4-BE49-F238E27FC236}">
                  <a16:creationId xmlns:a16="http://schemas.microsoft.com/office/drawing/2014/main" id="{E2AFCB97-7747-42EA-A0F9-A5EC1EF6D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5074" y="4954514"/>
              <a:ext cx="112871" cy="182880"/>
            </a:xfrm>
            <a:prstGeom prst="rect">
              <a:avLst/>
            </a:prstGeom>
          </p:spPr>
        </p:pic>
        <p:pic>
          <p:nvPicPr>
            <p:cNvPr id="484" name="Picture 483">
              <a:extLst>
                <a:ext uri="{FF2B5EF4-FFF2-40B4-BE49-F238E27FC236}">
                  <a16:creationId xmlns:a16="http://schemas.microsoft.com/office/drawing/2014/main" id="{D4A91E1C-B385-4BDB-883D-9B2086D47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4684" y="4954514"/>
              <a:ext cx="112871" cy="182880"/>
            </a:xfrm>
            <a:prstGeom prst="rect">
              <a:avLst/>
            </a:prstGeom>
          </p:spPr>
        </p:pic>
        <p:pic>
          <p:nvPicPr>
            <p:cNvPr id="485" name="Picture 484">
              <a:extLst>
                <a:ext uri="{FF2B5EF4-FFF2-40B4-BE49-F238E27FC236}">
                  <a16:creationId xmlns:a16="http://schemas.microsoft.com/office/drawing/2014/main" id="{CDBC36F3-A593-4926-80DE-52D0FBAB0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531" y="5888228"/>
              <a:ext cx="112871" cy="182880"/>
            </a:xfrm>
            <a:prstGeom prst="rect">
              <a:avLst/>
            </a:prstGeom>
          </p:spPr>
        </p:pic>
        <p:pic>
          <p:nvPicPr>
            <p:cNvPr id="486" name="Picture 485">
              <a:extLst>
                <a:ext uri="{FF2B5EF4-FFF2-40B4-BE49-F238E27FC236}">
                  <a16:creationId xmlns:a16="http://schemas.microsoft.com/office/drawing/2014/main" id="{967D02C7-9F0E-443A-A5A5-367C316BA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141" y="5888228"/>
              <a:ext cx="112871" cy="182880"/>
            </a:xfrm>
            <a:prstGeom prst="rect">
              <a:avLst/>
            </a:prstGeom>
          </p:spPr>
        </p:pic>
        <p:pic>
          <p:nvPicPr>
            <p:cNvPr id="487" name="Picture 486">
              <a:extLst>
                <a:ext uri="{FF2B5EF4-FFF2-40B4-BE49-F238E27FC236}">
                  <a16:creationId xmlns:a16="http://schemas.microsoft.com/office/drawing/2014/main" id="{670F79EA-75BF-4BBA-A43A-ED1F641A0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5074" y="5888228"/>
              <a:ext cx="112871" cy="182880"/>
            </a:xfrm>
            <a:prstGeom prst="rect">
              <a:avLst/>
            </a:prstGeom>
          </p:spPr>
        </p:pic>
        <p:pic>
          <p:nvPicPr>
            <p:cNvPr id="488" name="Picture 487">
              <a:extLst>
                <a:ext uri="{FF2B5EF4-FFF2-40B4-BE49-F238E27FC236}">
                  <a16:creationId xmlns:a16="http://schemas.microsoft.com/office/drawing/2014/main" id="{F0BB9106-B020-43CA-87D0-A6554906E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531" y="5576990"/>
              <a:ext cx="112871" cy="182880"/>
            </a:xfrm>
            <a:prstGeom prst="rect">
              <a:avLst/>
            </a:prstGeom>
          </p:spPr>
        </p:pic>
        <p:pic>
          <p:nvPicPr>
            <p:cNvPr id="489" name="Picture 488">
              <a:extLst>
                <a:ext uri="{FF2B5EF4-FFF2-40B4-BE49-F238E27FC236}">
                  <a16:creationId xmlns:a16="http://schemas.microsoft.com/office/drawing/2014/main" id="{94842F5A-6C32-4C8F-8187-AE40877FB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141" y="5576990"/>
              <a:ext cx="112871" cy="182880"/>
            </a:xfrm>
            <a:prstGeom prst="rect">
              <a:avLst/>
            </a:prstGeom>
          </p:spPr>
        </p:pic>
        <p:pic>
          <p:nvPicPr>
            <p:cNvPr id="490" name="Picture 489">
              <a:extLst>
                <a:ext uri="{FF2B5EF4-FFF2-40B4-BE49-F238E27FC236}">
                  <a16:creationId xmlns:a16="http://schemas.microsoft.com/office/drawing/2014/main" id="{EDC77DC0-ED32-4309-98F4-423A1B2D2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5074" y="5576990"/>
              <a:ext cx="112871" cy="182880"/>
            </a:xfrm>
            <a:prstGeom prst="rect">
              <a:avLst/>
            </a:prstGeom>
          </p:spPr>
        </p:pic>
        <p:pic>
          <p:nvPicPr>
            <p:cNvPr id="491" name="Picture 490">
              <a:extLst>
                <a:ext uri="{FF2B5EF4-FFF2-40B4-BE49-F238E27FC236}">
                  <a16:creationId xmlns:a16="http://schemas.microsoft.com/office/drawing/2014/main" id="{B3C3ED88-297C-4895-BBCA-DF698AADD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4684" y="5576990"/>
              <a:ext cx="112871" cy="182880"/>
            </a:xfrm>
            <a:prstGeom prst="rect">
              <a:avLst/>
            </a:prstGeom>
          </p:spPr>
        </p:pic>
        <p:pic>
          <p:nvPicPr>
            <p:cNvPr id="492" name="Picture 491">
              <a:extLst>
                <a:ext uri="{FF2B5EF4-FFF2-40B4-BE49-F238E27FC236}">
                  <a16:creationId xmlns:a16="http://schemas.microsoft.com/office/drawing/2014/main" id="{69BA7CC9-880D-4A34-8F77-1FB5E05C9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531" y="5265752"/>
              <a:ext cx="112871" cy="182880"/>
            </a:xfrm>
            <a:prstGeom prst="rect">
              <a:avLst/>
            </a:prstGeom>
          </p:spPr>
        </p:pic>
        <p:pic>
          <p:nvPicPr>
            <p:cNvPr id="493" name="Picture 492">
              <a:extLst>
                <a:ext uri="{FF2B5EF4-FFF2-40B4-BE49-F238E27FC236}">
                  <a16:creationId xmlns:a16="http://schemas.microsoft.com/office/drawing/2014/main" id="{DB2F2AA8-9C69-47B9-A1A6-1EBB906FB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141" y="5265752"/>
              <a:ext cx="112871" cy="182880"/>
            </a:xfrm>
            <a:prstGeom prst="rect">
              <a:avLst/>
            </a:prstGeom>
          </p:spPr>
        </p:pic>
        <p:pic>
          <p:nvPicPr>
            <p:cNvPr id="494" name="Picture 493">
              <a:extLst>
                <a:ext uri="{FF2B5EF4-FFF2-40B4-BE49-F238E27FC236}">
                  <a16:creationId xmlns:a16="http://schemas.microsoft.com/office/drawing/2014/main" id="{56BA0E1B-F217-4586-9AA5-5F02FA60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5074" y="5265752"/>
              <a:ext cx="112871" cy="182880"/>
            </a:xfrm>
            <a:prstGeom prst="rect">
              <a:avLst/>
            </a:prstGeom>
          </p:spPr>
        </p:pic>
        <p:pic>
          <p:nvPicPr>
            <p:cNvPr id="495" name="Picture 494">
              <a:extLst>
                <a:ext uri="{FF2B5EF4-FFF2-40B4-BE49-F238E27FC236}">
                  <a16:creationId xmlns:a16="http://schemas.microsoft.com/office/drawing/2014/main" id="{FA6FD230-01B4-48CC-B435-9467C6ACD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4684" y="5265752"/>
              <a:ext cx="112871" cy="182880"/>
            </a:xfrm>
            <a:prstGeom prst="rect">
              <a:avLst/>
            </a:prstGeom>
          </p:spPr>
        </p:pic>
        <p:pic>
          <p:nvPicPr>
            <p:cNvPr id="496" name="Picture 495">
              <a:extLst>
                <a:ext uri="{FF2B5EF4-FFF2-40B4-BE49-F238E27FC236}">
                  <a16:creationId xmlns:a16="http://schemas.microsoft.com/office/drawing/2014/main" id="{5034F866-83EA-4C08-8A75-981D7E421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4684" y="5888228"/>
              <a:ext cx="112871" cy="182880"/>
            </a:xfrm>
            <a:prstGeom prst="rect">
              <a:avLst/>
            </a:prstGeom>
          </p:spPr>
        </p:pic>
        <p:pic>
          <p:nvPicPr>
            <p:cNvPr id="497" name="Picture 496">
              <a:extLst>
                <a:ext uri="{FF2B5EF4-FFF2-40B4-BE49-F238E27FC236}">
                  <a16:creationId xmlns:a16="http://schemas.microsoft.com/office/drawing/2014/main" id="{D83F3B06-B87A-4831-9214-118E79C43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4684" y="6199465"/>
              <a:ext cx="112871" cy="182880"/>
            </a:xfrm>
            <a:prstGeom prst="rect">
              <a:avLst/>
            </a:prstGeom>
          </p:spPr>
        </p:pic>
        <p:pic>
          <p:nvPicPr>
            <p:cNvPr id="498" name="Picture 497">
              <a:extLst>
                <a:ext uri="{FF2B5EF4-FFF2-40B4-BE49-F238E27FC236}">
                  <a16:creationId xmlns:a16="http://schemas.microsoft.com/office/drawing/2014/main" id="{A277E54D-7ED3-4710-BD68-4F50EE511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5074" y="6199465"/>
              <a:ext cx="112871" cy="182880"/>
            </a:xfrm>
            <a:prstGeom prst="rect">
              <a:avLst/>
            </a:prstGeom>
          </p:spPr>
        </p:pic>
        <p:pic>
          <p:nvPicPr>
            <p:cNvPr id="499" name="Picture 498">
              <a:extLst>
                <a:ext uri="{FF2B5EF4-FFF2-40B4-BE49-F238E27FC236}">
                  <a16:creationId xmlns:a16="http://schemas.microsoft.com/office/drawing/2014/main" id="{3FB736F0-92BC-4E5B-83C3-292244976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3141" y="6199465"/>
              <a:ext cx="112871" cy="182880"/>
            </a:xfrm>
            <a:prstGeom prst="rect">
              <a:avLst/>
            </a:prstGeom>
          </p:spPr>
        </p:pic>
        <p:pic>
          <p:nvPicPr>
            <p:cNvPr id="500" name="Picture 499">
              <a:extLst>
                <a:ext uri="{FF2B5EF4-FFF2-40B4-BE49-F238E27FC236}">
                  <a16:creationId xmlns:a16="http://schemas.microsoft.com/office/drawing/2014/main" id="{CD98086D-6FC4-436D-8A62-E95F925AA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531" y="6199465"/>
              <a:ext cx="112871" cy="182880"/>
            </a:xfrm>
            <a:prstGeom prst="rect">
              <a:avLst/>
            </a:prstGeom>
          </p:spPr>
        </p:pic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85998FB7-3FD3-449E-B9FD-36F03CF351A8}"/>
                </a:ext>
              </a:extLst>
            </p:cNvPr>
            <p:cNvSpPr txBox="1"/>
            <p:nvPr/>
          </p:nvSpPr>
          <p:spPr>
            <a:xfrm>
              <a:off x="3178130" y="6480463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15/20</a:t>
              </a:r>
            </a:p>
          </p:txBody>
        </p:sp>
        <p:sp>
          <p:nvSpPr>
            <p:cNvPr id="583" name="TextBox 582">
              <a:extLst>
                <a:ext uri="{FF2B5EF4-FFF2-40B4-BE49-F238E27FC236}">
                  <a16:creationId xmlns:a16="http://schemas.microsoft.com/office/drawing/2014/main" id="{02F1652F-D7DD-4065-9179-20111BA9FF49}"/>
                </a:ext>
              </a:extLst>
            </p:cNvPr>
            <p:cNvSpPr txBox="1"/>
            <p:nvPr/>
          </p:nvSpPr>
          <p:spPr>
            <a:xfrm>
              <a:off x="3178130" y="4673977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II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5DA41A-7CD8-4277-A69F-8FE77894DB91}"/>
              </a:ext>
            </a:extLst>
          </p:cNvPr>
          <p:cNvGrpSpPr/>
          <p:nvPr/>
        </p:nvGrpSpPr>
        <p:grpSpPr>
          <a:xfrm>
            <a:off x="2221070" y="5842177"/>
            <a:ext cx="822960" cy="1960374"/>
            <a:chOff x="2221070" y="4673977"/>
            <a:chExt cx="822960" cy="196037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0B9BF80-B9A1-4CD3-BD40-5E5156416671}"/>
                </a:ext>
              </a:extLst>
            </p:cNvPr>
            <p:cNvSpPr/>
            <p:nvPr/>
          </p:nvSpPr>
          <p:spPr>
            <a:xfrm>
              <a:off x="2221070" y="4866240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461" name="Picture 460">
              <a:extLst>
                <a:ext uri="{FF2B5EF4-FFF2-40B4-BE49-F238E27FC236}">
                  <a16:creationId xmlns:a16="http://schemas.microsoft.com/office/drawing/2014/main" id="{46454227-4BE9-4CE0-8D43-C23C3D7E2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063" y="4954514"/>
              <a:ext cx="112871" cy="182880"/>
            </a:xfrm>
            <a:prstGeom prst="rect">
              <a:avLst/>
            </a:prstGeom>
          </p:spPr>
        </p:pic>
        <p:pic>
          <p:nvPicPr>
            <p:cNvPr id="462" name="Picture 461">
              <a:extLst>
                <a:ext uri="{FF2B5EF4-FFF2-40B4-BE49-F238E27FC236}">
                  <a16:creationId xmlns:a16="http://schemas.microsoft.com/office/drawing/2014/main" id="{1E3A9C98-4820-439B-BDDF-7DF94D82A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8673" y="4954514"/>
              <a:ext cx="112871" cy="182880"/>
            </a:xfrm>
            <a:prstGeom prst="rect">
              <a:avLst/>
            </a:prstGeom>
          </p:spPr>
        </p:pic>
        <p:pic>
          <p:nvPicPr>
            <p:cNvPr id="463" name="Picture 462">
              <a:extLst>
                <a:ext uri="{FF2B5EF4-FFF2-40B4-BE49-F238E27FC236}">
                  <a16:creationId xmlns:a16="http://schemas.microsoft.com/office/drawing/2014/main" id="{FF029805-1A44-431F-B5F9-B18A99832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606" y="4954514"/>
              <a:ext cx="112871" cy="182880"/>
            </a:xfrm>
            <a:prstGeom prst="rect">
              <a:avLst/>
            </a:prstGeom>
          </p:spPr>
        </p:pic>
        <p:pic>
          <p:nvPicPr>
            <p:cNvPr id="464" name="Picture 463">
              <a:extLst>
                <a:ext uri="{FF2B5EF4-FFF2-40B4-BE49-F238E27FC236}">
                  <a16:creationId xmlns:a16="http://schemas.microsoft.com/office/drawing/2014/main" id="{775B5875-AB09-4CBF-B8C6-C52532879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16" y="4954514"/>
              <a:ext cx="112871" cy="182880"/>
            </a:xfrm>
            <a:prstGeom prst="rect">
              <a:avLst/>
            </a:prstGeom>
          </p:spPr>
        </p:pic>
        <p:pic>
          <p:nvPicPr>
            <p:cNvPr id="465" name="Picture 464">
              <a:extLst>
                <a:ext uri="{FF2B5EF4-FFF2-40B4-BE49-F238E27FC236}">
                  <a16:creationId xmlns:a16="http://schemas.microsoft.com/office/drawing/2014/main" id="{DF44BA2A-D1E3-46B9-AD91-842E9BC09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063" y="5888228"/>
              <a:ext cx="112871" cy="182880"/>
            </a:xfrm>
            <a:prstGeom prst="rect">
              <a:avLst/>
            </a:prstGeom>
          </p:spPr>
        </p:pic>
        <p:pic>
          <p:nvPicPr>
            <p:cNvPr id="466" name="Picture 465">
              <a:extLst>
                <a:ext uri="{FF2B5EF4-FFF2-40B4-BE49-F238E27FC236}">
                  <a16:creationId xmlns:a16="http://schemas.microsoft.com/office/drawing/2014/main" id="{45A4F099-6C07-48CD-8E2E-378C1EECF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8673" y="5888228"/>
              <a:ext cx="112871" cy="182880"/>
            </a:xfrm>
            <a:prstGeom prst="rect">
              <a:avLst/>
            </a:prstGeom>
          </p:spPr>
        </p:pic>
        <p:pic>
          <p:nvPicPr>
            <p:cNvPr id="467" name="Picture 466">
              <a:extLst>
                <a:ext uri="{FF2B5EF4-FFF2-40B4-BE49-F238E27FC236}">
                  <a16:creationId xmlns:a16="http://schemas.microsoft.com/office/drawing/2014/main" id="{8AC198A0-353B-4164-94FB-597513E6D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606" y="5888228"/>
              <a:ext cx="112871" cy="182880"/>
            </a:xfrm>
            <a:prstGeom prst="rect">
              <a:avLst/>
            </a:prstGeom>
          </p:spPr>
        </p:pic>
        <p:pic>
          <p:nvPicPr>
            <p:cNvPr id="468" name="Picture 467">
              <a:extLst>
                <a:ext uri="{FF2B5EF4-FFF2-40B4-BE49-F238E27FC236}">
                  <a16:creationId xmlns:a16="http://schemas.microsoft.com/office/drawing/2014/main" id="{C63639F4-7D7B-4553-85C2-7E57DF80D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063" y="5576990"/>
              <a:ext cx="112871" cy="182880"/>
            </a:xfrm>
            <a:prstGeom prst="rect">
              <a:avLst/>
            </a:prstGeom>
          </p:spPr>
        </p:pic>
        <p:pic>
          <p:nvPicPr>
            <p:cNvPr id="469" name="Picture 468">
              <a:extLst>
                <a:ext uri="{FF2B5EF4-FFF2-40B4-BE49-F238E27FC236}">
                  <a16:creationId xmlns:a16="http://schemas.microsoft.com/office/drawing/2014/main" id="{6DAA7392-9D3C-4AC4-8083-ED0F4485C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8673" y="5576990"/>
              <a:ext cx="112871" cy="182880"/>
            </a:xfrm>
            <a:prstGeom prst="rect">
              <a:avLst/>
            </a:prstGeom>
          </p:spPr>
        </p:pic>
        <p:pic>
          <p:nvPicPr>
            <p:cNvPr id="470" name="Picture 469">
              <a:extLst>
                <a:ext uri="{FF2B5EF4-FFF2-40B4-BE49-F238E27FC236}">
                  <a16:creationId xmlns:a16="http://schemas.microsoft.com/office/drawing/2014/main" id="{F62597AF-B7CF-4450-A03B-4D6C94C28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606" y="5576990"/>
              <a:ext cx="112871" cy="182880"/>
            </a:xfrm>
            <a:prstGeom prst="rect">
              <a:avLst/>
            </a:prstGeom>
          </p:spPr>
        </p:pic>
        <p:pic>
          <p:nvPicPr>
            <p:cNvPr id="471" name="Picture 470">
              <a:extLst>
                <a:ext uri="{FF2B5EF4-FFF2-40B4-BE49-F238E27FC236}">
                  <a16:creationId xmlns:a16="http://schemas.microsoft.com/office/drawing/2014/main" id="{A9D9A338-E098-4A85-9C75-AD1265075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16" y="5576990"/>
              <a:ext cx="112871" cy="182880"/>
            </a:xfrm>
            <a:prstGeom prst="rect">
              <a:avLst/>
            </a:prstGeom>
          </p:spPr>
        </p:pic>
        <p:pic>
          <p:nvPicPr>
            <p:cNvPr id="472" name="Picture 471">
              <a:extLst>
                <a:ext uri="{FF2B5EF4-FFF2-40B4-BE49-F238E27FC236}">
                  <a16:creationId xmlns:a16="http://schemas.microsoft.com/office/drawing/2014/main" id="{22AF9F38-5C3F-45C1-AAD1-05039D499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063" y="5265752"/>
              <a:ext cx="112871" cy="182880"/>
            </a:xfrm>
            <a:prstGeom prst="rect">
              <a:avLst/>
            </a:prstGeom>
          </p:spPr>
        </p:pic>
        <p:pic>
          <p:nvPicPr>
            <p:cNvPr id="473" name="Picture 472">
              <a:extLst>
                <a:ext uri="{FF2B5EF4-FFF2-40B4-BE49-F238E27FC236}">
                  <a16:creationId xmlns:a16="http://schemas.microsoft.com/office/drawing/2014/main" id="{DC14D2DD-D736-41C3-9527-105A73FC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8673" y="5265752"/>
              <a:ext cx="112871" cy="182880"/>
            </a:xfrm>
            <a:prstGeom prst="rect">
              <a:avLst/>
            </a:prstGeom>
          </p:spPr>
        </p:pic>
        <p:pic>
          <p:nvPicPr>
            <p:cNvPr id="474" name="Picture 473">
              <a:extLst>
                <a:ext uri="{FF2B5EF4-FFF2-40B4-BE49-F238E27FC236}">
                  <a16:creationId xmlns:a16="http://schemas.microsoft.com/office/drawing/2014/main" id="{8E85ACCB-02F0-4F2E-9E23-F49902140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606" y="5265752"/>
              <a:ext cx="112871" cy="182880"/>
            </a:xfrm>
            <a:prstGeom prst="rect">
              <a:avLst/>
            </a:prstGeom>
          </p:spPr>
        </p:pic>
        <p:pic>
          <p:nvPicPr>
            <p:cNvPr id="475" name="Picture 474">
              <a:extLst>
                <a:ext uri="{FF2B5EF4-FFF2-40B4-BE49-F238E27FC236}">
                  <a16:creationId xmlns:a16="http://schemas.microsoft.com/office/drawing/2014/main" id="{694790D4-90C6-4923-8D1A-A4C7A1F85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16" y="5265752"/>
              <a:ext cx="112871" cy="182880"/>
            </a:xfrm>
            <a:prstGeom prst="rect">
              <a:avLst/>
            </a:prstGeom>
          </p:spPr>
        </p:pic>
        <p:pic>
          <p:nvPicPr>
            <p:cNvPr id="537" name="Picture 536">
              <a:extLst>
                <a:ext uri="{FF2B5EF4-FFF2-40B4-BE49-F238E27FC236}">
                  <a16:creationId xmlns:a16="http://schemas.microsoft.com/office/drawing/2014/main" id="{1739FF27-21EB-417A-A5DB-CDB294B4B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16" y="5888228"/>
              <a:ext cx="112871" cy="182880"/>
            </a:xfrm>
            <a:prstGeom prst="rect">
              <a:avLst/>
            </a:prstGeom>
          </p:spPr>
        </p:pic>
        <p:pic>
          <p:nvPicPr>
            <p:cNvPr id="538" name="Picture 537">
              <a:extLst>
                <a:ext uri="{FF2B5EF4-FFF2-40B4-BE49-F238E27FC236}">
                  <a16:creationId xmlns:a16="http://schemas.microsoft.com/office/drawing/2014/main" id="{05157766-53B8-4EAC-87AA-4A548EA92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0606" y="6199465"/>
              <a:ext cx="112871" cy="182880"/>
            </a:xfrm>
            <a:prstGeom prst="rect">
              <a:avLst/>
            </a:prstGeom>
          </p:spPr>
        </p:pic>
        <p:pic>
          <p:nvPicPr>
            <p:cNvPr id="539" name="Picture 538">
              <a:extLst>
                <a:ext uri="{FF2B5EF4-FFF2-40B4-BE49-F238E27FC236}">
                  <a16:creationId xmlns:a16="http://schemas.microsoft.com/office/drawing/2014/main" id="{2AA45345-201A-4FFD-92A4-24C4AD70B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16" y="6199465"/>
              <a:ext cx="112871" cy="182880"/>
            </a:xfrm>
            <a:prstGeom prst="rect">
              <a:avLst/>
            </a:prstGeom>
          </p:spPr>
        </p:pic>
        <p:pic>
          <p:nvPicPr>
            <p:cNvPr id="540" name="Picture 539">
              <a:extLst>
                <a:ext uri="{FF2B5EF4-FFF2-40B4-BE49-F238E27FC236}">
                  <a16:creationId xmlns:a16="http://schemas.microsoft.com/office/drawing/2014/main" id="{9B72DB3A-9416-4D91-B2D4-B2249C744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063" y="6199465"/>
              <a:ext cx="112871" cy="182880"/>
            </a:xfrm>
            <a:prstGeom prst="rect">
              <a:avLst/>
            </a:prstGeom>
          </p:spPr>
        </p:pic>
        <p:pic>
          <p:nvPicPr>
            <p:cNvPr id="541" name="Picture 540">
              <a:extLst>
                <a:ext uri="{FF2B5EF4-FFF2-40B4-BE49-F238E27FC236}">
                  <a16:creationId xmlns:a16="http://schemas.microsoft.com/office/drawing/2014/main" id="{4A09633D-4B9B-470F-A79B-065A72102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8673" y="6199465"/>
              <a:ext cx="112871" cy="182880"/>
            </a:xfrm>
            <a:prstGeom prst="rect">
              <a:avLst/>
            </a:prstGeom>
          </p:spPr>
        </p:pic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id="{2D6F3D54-0E43-469B-8008-EF5102E39E13}"/>
                </a:ext>
              </a:extLst>
            </p:cNvPr>
            <p:cNvSpPr txBox="1"/>
            <p:nvPr/>
          </p:nvSpPr>
          <p:spPr>
            <a:xfrm>
              <a:off x="2221070" y="6480463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20/20</a:t>
              </a:r>
            </a:p>
          </p:txBody>
        </p: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933BCFF7-B383-4240-A2A0-7BE39556F0F3}"/>
                </a:ext>
              </a:extLst>
            </p:cNvPr>
            <p:cNvSpPr txBox="1"/>
            <p:nvPr/>
          </p:nvSpPr>
          <p:spPr>
            <a:xfrm>
              <a:off x="2221070" y="4673977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0B38EE-AB5D-4682-AAC5-44F6E85E4F4B}"/>
              </a:ext>
            </a:extLst>
          </p:cNvPr>
          <p:cNvGrpSpPr/>
          <p:nvPr/>
        </p:nvGrpSpPr>
        <p:grpSpPr>
          <a:xfrm>
            <a:off x="6322138" y="5842177"/>
            <a:ext cx="822960" cy="1960374"/>
            <a:chOff x="6709189" y="4673977"/>
            <a:chExt cx="822960" cy="1960374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1B3E8DE-44D5-424A-87D5-18646DD0BB33}"/>
                </a:ext>
              </a:extLst>
            </p:cNvPr>
            <p:cNvSpPr/>
            <p:nvPr/>
          </p:nvSpPr>
          <p:spPr>
            <a:xfrm>
              <a:off x="6709189" y="4866240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521" name="Picture 520">
              <a:extLst>
                <a:ext uri="{FF2B5EF4-FFF2-40B4-BE49-F238E27FC236}">
                  <a16:creationId xmlns:a16="http://schemas.microsoft.com/office/drawing/2014/main" id="{D1AEC855-1818-4F53-B5E1-FADAECA9E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4954514"/>
              <a:ext cx="112871" cy="182880"/>
            </a:xfrm>
            <a:prstGeom prst="rect">
              <a:avLst/>
            </a:prstGeom>
          </p:spPr>
        </p:pic>
        <p:pic>
          <p:nvPicPr>
            <p:cNvPr id="522" name="Picture 521">
              <a:extLst>
                <a:ext uri="{FF2B5EF4-FFF2-40B4-BE49-F238E27FC236}">
                  <a16:creationId xmlns:a16="http://schemas.microsoft.com/office/drawing/2014/main" id="{7335A039-B665-4826-AFFB-CCD69A3A1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4954514"/>
              <a:ext cx="112871" cy="182880"/>
            </a:xfrm>
            <a:prstGeom prst="rect">
              <a:avLst/>
            </a:prstGeom>
          </p:spPr>
        </p:pic>
        <p:pic>
          <p:nvPicPr>
            <p:cNvPr id="523" name="Picture 522">
              <a:extLst>
                <a:ext uri="{FF2B5EF4-FFF2-40B4-BE49-F238E27FC236}">
                  <a16:creationId xmlns:a16="http://schemas.microsoft.com/office/drawing/2014/main" id="{8EB02CC2-31F2-44AE-B845-E22706102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4954514"/>
              <a:ext cx="112871" cy="182880"/>
            </a:xfrm>
            <a:prstGeom prst="rect">
              <a:avLst/>
            </a:prstGeom>
          </p:spPr>
        </p:pic>
        <p:pic>
          <p:nvPicPr>
            <p:cNvPr id="524" name="Picture 523">
              <a:extLst>
                <a:ext uri="{FF2B5EF4-FFF2-40B4-BE49-F238E27FC236}">
                  <a16:creationId xmlns:a16="http://schemas.microsoft.com/office/drawing/2014/main" id="{D5FD3E6B-17DC-4061-9B14-277ECAFF7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4954514"/>
              <a:ext cx="112871" cy="182880"/>
            </a:xfrm>
            <a:prstGeom prst="rect">
              <a:avLst/>
            </a:prstGeom>
          </p:spPr>
        </p:pic>
        <p:pic>
          <p:nvPicPr>
            <p:cNvPr id="525" name="Picture 524">
              <a:extLst>
                <a:ext uri="{FF2B5EF4-FFF2-40B4-BE49-F238E27FC236}">
                  <a16:creationId xmlns:a16="http://schemas.microsoft.com/office/drawing/2014/main" id="{A6CE3FFB-859A-408D-AEB6-A1FDDCBB4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5369498"/>
              <a:ext cx="112871" cy="182880"/>
            </a:xfrm>
            <a:prstGeom prst="rect">
              <a:avLst/>
            </a:prstGeom>
          </p:spPr>
        </p:pic>
        <p:pic>
          <p:nvPicPr>
            <p:cNvPr id="526" name="Picture 525">
              <a:extLst>
                <a:ext uri="{FF2B5EF4-FFF2-40B4-BE49-F238E27FC236}">
                  <a16:creationId xmlns:a16="http://schemas.microsoft.com/office/drawing/2014/main" id="{434A2424-F8FA-4BBE-AC00-5F9A181E1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5369498"/>
              <a:ext cx="112871" cy="182880"/>
            </a:xfrm>
            <a:prstGeom prst="rect">
              <a:avLst/>
            </a:prstGeom>
          </p:spPr>
        </p:pic>
        <p:pic>
          <p:nvPicPr>
            <p:cNvPr id="527" name="Picture 526">
              <a:extLst>
                <a:ext uri="{FF2B5EF4-FFF2-40B4-BE49-F238E27FC236}">
                  <a16:creationId xmlns:a16="http://schemas.microsoft.com/office/drawing/2014/main" id="{A5ABE6B9-E14A-4EF8-87E3-19B20526C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5369498"/>
              <a:ext cx="112871" cy="182880"/>
            </a:xfrm>
            <a:prstGeom prst="rect">
              <a:avLst/>
            </a:prstGeom>
          </p:spPr>
        </p:pic>
        <p:pic>
          <p:nvPicPr>
            <p:cNvPr id="528" name="Picture 527">
              <a:extLst>
                <a:ext uri="{FF2B5EF4-FFF2-40B4-BE49-F238E27FC236}">
                  <a16:creationId xmlns:a16="http://schemas.microsoft.com/office/drawing/2014/main" id="{2973CB3C-9C9C-4111-950A-8937F290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5369498"/>
              <a:ext cx="112871" cy="182880"/>
            </a:xfrm>
            <a:prstGeom prst="rect">
              <a:avLst/>
            </a:prstGeom>
          </p:spPr>
        </p:pic>
        <p:pic>
          <p:nvPicPr>
            <p:cNvPr id="535" name="Picture 534">
              <a:extLst>
                <a:ext uri="{FF2B5EF4-FFF2-40B4-BE49-F238E27FC236}">
                  <a16:creationId xmlns:a16="http://schemas.microsoft.com/office/drawing/2014/main" id="{C8C34035-19B5-4D6D-AC3C-2F842F7AC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5784482"/>
              <a:ext cx="112871" cy="182880"/>
            </a:xfrm>
            <a:prstGeom prst="rect">
              <a:avLst/>
            </a:prstGeom>
          </p:spPr>
        </p:pic>
        <p:pic>
          <p:nvPicPr>
            <p:cNvPr id="536" name="Picture 535">
              <a:extLst>
                <a:ext uri="{FF2B5EF4-FFF2-40B4-BE49-F238E27FC236}">
                  <a16:creationId xmlns:a16="http://schemas.microsoft.com/office/drawing/2014/main" id="{D842C6CE-0D04-44AA-AD03-7C79162BD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5784482"/>
              <a:ext cx="112871" cy="182880"/>
            </a:xfrm>
            <a:prstGeom prst="rect">
              <a:avLst/>
            </a:prstGeom>
          </p:spPr>
        </p:pic>
        <p:pic>
          <p:nvPicPr>
            <p:cNvPr id="562" name="Picture 561">
              <a:extLst>
                <a:ext uri="{FF2B5EF4-FFF2-40B4-BE49-F238E27FC236}">
                  <a16:creationId xmlns:a16="http://schemas.microsoft.com/office/drawing/2014/main" id="{5A7A8ACC-3CBB-4960-B2A3-5B27FF9FD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5784482"/>
              <a:ext cx="112871" cy="182880"/>
            </a:xfrm>
            <a:prstGeom prst="rect">
              <a:avLst/>
            </a:prstGeom>
          </p:spPr>
        </p:pic>
        <p:pic>
          <p:nvPicPr>
            <p:cNvPr id="563" name="Picture 562">
              <a:extLst>
                <a:ext uri="{FF2B5EF4-FFF2-40B4-BE49-F238E27FC236}">
                  <a16:creationId xmlns:a16="http://schemas.microsoft.com/office/drawing/2014/main" id="{0B51B3E1-8C61-4F5F-AC98-583810EF2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5784482"/>
              <a:ext cx="112871" cy="182880"/>
            </a:xfrm>
            <a:prstGeom prst="rect">
              <a:avLst/>
            </a:prstGeom>
          </p:spPr>
        </p:pic>
        <p:pic>
          <p:nvPicPr>
            <p:cNvPr id="568" name="Picture 567">
              <a:extLst>
                <a:ext uri="{FF2B5EF4-FFF2-40B4-BE49-F238E27FC236}">
                  <a16:creationId xmlns:a16="http://schemas.microsoft.com/office/drawing/2014/main" id="{2271ED39-7A81-48E1-A08E-47BF907C8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6199465"/>
              <a:ext cx="112871" cy="182880"/>
            </a:xfrm>
            <a:prstGeom prst="rect">
              <a:avLst/>
            </a:prstGeom>
          </p:spPr>
        </p:pic>
        <p:pic>
          <p:nvPicPr>
            <p:cNvPr id="569" name="Picture 568">
              <a:extLst>
                <a:ext uri="{FF2B5EF4-FFF2-40B4-BE49-F238E27FC236}">
                  <a16:creationId xmlns:a16="http://schemas.microsoft.com/office/drawing/2014/main" id="{0035F5E9-253F-46CE-948D-400D7CAA6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6199465"/>
              <a:ext cx="112871" cy="182880"/>
            </a:xfrm>
            <a:prstGeom prst="rect">
              <a:avLst/>
            </a:prstGeom>
          </p:spPr>
        </p:pic>
        <p:pic>
          <p:nvPicPr>
            <p:cNvPr id="570" name="Picture 569">
              <a:extLst>
                <a:ext uri="{FF2B5EF4-FFF2-40B4-BE49-F238E27FC236}">
                  <a16:creationId xmlns:a16="http://schemas.microsoft.com/office/drawing/2014/main" id="{D8CAB943-DC5D-4DC0-839A-719078454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6199465"/>
              <a:ext cx="112871" cy="182880"/>
            </a:xfrm>
            <a:prstGeom prst="rect">
              <a:avLst/>
            </a:prstGeom>
          </p:spPr>
        </p:pic>
        <p:pic>
          <p:nvPicPr>
            <p:cNvPr id="571" name="Picture 570">
              <a:extLst>
                <a:ext uri="{FF2B5EF4-FFF2-40B4-BE49-F238E27FC236}">
                  <a16:creationId xmlns:a16="http://schemas.microsoft.com/office/drawing/2014/main" id="{D0EFBC1C-8D63-43D5-A1C0-3C5400D1E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6199465"/>
              <a:ext cx="112871" cy="182880"/>
            </a:xfrm>
            <a:prstGeom prst="rect">
              <a:avLst/>
            </a:prstGeom>
          </p:spPr>
        </p:pic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447838B1-F103-40C9-BB27-B8743E53EE53}"/>
                </a:ext>
              </a:extLst>
            </p:cNvPr>
            <p:cNvSpPr txBox="1"/>
            <p:nvPr/>
          </p:nvSpPr>
          <p:spPr>
            <a:xfrm>
              <a:off x="6709189" y="6480463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16/16</a:t>
              </a:r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EBE74B50-CDE1-4714-A31A-94D373693343}"/>
                </a:ext>
              </a:extLst>
            </p:cNvPr>
            <p:cNvSpPr txBox="1"/>
            <p:nvPr/>
          </p:nvSpPr>
          <p:spPr>
            <a:xfrm>
              <a:off x="6709189" y="4673977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34106A6-A884-48BD-BFF7-B99179499AE7}"/>
              </a:ext>
            </a:extLst>
          </p:cNvPr>
          <p:cNvGrpSpPr/>
          <p:nvPr/>
        </p:nvGrpSpPr>
        <p:grpSpPr>
          <a:xfrm>
            <a:off x="5333166" y="3813096"/>
            <a:ext cx="822960" cy="1956733"/>
            <a:chOff x="5752129" y="2644896"/>
            <a:chExt cx="822960" cy="1956733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56702E7-1DA1-4444-9D34-558054C39217}"/>
                </a:ext>
              </a:extLst>
            </p:cNvPr>
            <p:cNvSpPr/>
            <p:nvPr/>
          </p:nvSpPr>
          <p:spPr>
            <a:xfrm>
              <a:off x="5752129" y="2849088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369" name="Picture 368">
              <a:extLst>
                <a:ext uri="{FF2B5EF4-FFF2-40B4-BE49-F238E27FC236}">
                  <a16:creationId xmlns:a16="http://schemas.microsoft.com/office/drawing/2014/main" id="{EBA718AE-E585-4D53-BB6B-59807B700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154" y="2928017"/>
              <a:ext cx="112871" cy="182880"/>
            </a:xfrm>
            <a:prstGeom prst="rect">
              <a:avLst/>
            </a:prstGeom>
          </p:spPr>
        </p:pic>
        <p:pic>
          <p:nvPicPr>
            <p:cNvPr id="370" name="Picture 369">
              <a:extLst>
                <a:ext uri="{FF2B5EF4-FFF2-40B4-BE49-F238E27FC236}">
                  <a16:creationId xmlns:a16="http://schemas.microsoft.com/office/drawing/2014/main" id="{D21B8C4C-3B2F-4AEB-9E30-70CD4B83F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3764" y="2928017"/>
              <a:ext cx="112871" cy="182880"/>
            </a:xfrm>
            <a:prstGeom prst="rect">
              <a:avLst/>
            </a:prstGeom>
          </p:spPr>
        </p:pic>
        <p:pic>
          <p:nvPicPr>
            <p:cNvPr id="371" name="Picture 370">
              <a:extLst>
                <a:ext uri="{FF2B5EF4-FFF2-40B4-BE49-F238E27FC236}">
                  <a16:creationId xmlns:a16="http://schemas.microsoft.com/office/drawing/2014/main" id="{D344F6F5-7832-4525-A71A-48BBB362A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5697" y="2928017"/>
              <a:ext cx="112871" cy="182880"/>
            </a:xfrm>
            <a:prstGeom prst="rect">
              <a:avLst/>
            </a:prstGeom>
          </p:spPr>
        </p:pic>
        <p:pic>
          <p:nvPicPr>
            <p:cNvPr id="372" name="Picture 371">
              <a:extLst>
                <a:ext uri="{FF2B5EF4-FFF2-40B4-BE49-F238E27FC236}">
                  <a16:creationId xmlns:a16="http://schemas.microsoft.com/office/drawing/2014/main" id="{79A8F88F-1B82-4D8F-8D1B-D0D1B5C65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307" y="2928017"/>
              <a:ext cx="112871" cy="182880"/>
            </a:xfrm>
            <a:prstGeom prst="rect">
              <a:avLst/>
            </a:prstGeom>
          </p:spPr>
        </p:pic>
        <p:pic>
          <p:nvPicPr>
            <p:cNvPr id="375" name="Picture 374">
              <a:extLst>
                <a:ext uri="{FF2B5EF4-FFF2-40B4-BE49-F238E27FC236}">
                  <a16:creationId xmlns:a16="http://schemas.microsoft.com/office/drawing/2014/main" id="{4ED4BE6C-E435-4C79-84D1-1F9383A78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154" y="3343001"/>
              <a:ext cx="112871" cy="182880"/>
            </a:xfrm>
            <a:prstGeom prst="rect">
              <a:avLst/>
            </a:prstGeom>
          </p:spPr>
        </p:pic>
        <p:pic>
          <p:nvPicPr>
            <p:cNvPr id="376" name="Picture 375">
              <a:extLst>
                <a:ext uri="{FF2B5EF4-FFF2-40B4-BE49-F238E27FC236}">
                  <a16:creationId xmlns:a16="http://schemas.microsoft.com/office/drawing/2014/main" id="{5DD5985A-3151-40AA-B0C6-1D9945D76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3764" y="3343001"/>
              <a:ext cx="112871" cy="182880"/>
            </a:xfrm>
            <a:prstGeom prst="rect">
              <a:avLst/>
            </a:prstGeom>
          </p:spPr>
        </p:pic>
        <p:pic>
          <p:nvPicPr>
            <p:cNvPr id="377" name="Picture 376">
              <a:extLst>
                <a:ext uri="{FF2B5EF4-FFF2-40B4-BE49-F238E27FC236}">
                  <a16:creationId xmlns:a16="http://schemas.microsoft.com/office/drawing/2014/main" id="{BAA85BB7-BD05-465F-B7E0-B042D5199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5697" y="3343001"/>
              <a:ext cx="112871" cy="182880"/>
            </a:xfrm>
            <a:prstGeom prst="rect">
              <a:avLst/>
            </a:prstGeom>
          </p:spPr>
        </p:pic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DF0EA9D7-0D08-4F64-9CA3-58CEA0D90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307" y="3343001"/>
              <a:ext cx="112871" cy="182880"/>
            </a:xfrm>
            <a:prstGeom prst="rect">
              <a:avLst/>
            </a:prstGeom>
          </p:spPr>
        </p:pic>
        <p:pic>
          <p:nvPicPr>
            <p:cNvPr id="437" name="Picture 436">
              <a:extLst>
                <a:ext uri="{FF2B5EF4-FFF2-40B4-BE49-F238E27FC236}">
                  <a16:creationId xmlns:a16="http://schemas.microsoft.com/office/drawing/2014/main" id="{448FC74E-E0F6-4DF7-9F18-2D3982C90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5697" y="3757985"/>
              <a:ext cx="112871" cy="182880"/>
            </a:xfrm>
            <a:prstGeom prst="rect">
              <a:avLst/>
            </a:prstGeom>
          </p:spPr>
        </p:pic>
        <p:pic>
          <p:nvPicPr>
            <p:cNvPr id="438" name="Picture 437">
              <a:extLst>
                <a:ext uri="{FF2B5EF4-FFF2-40B4-BE49-F238E27FC236}">
                  <a16:creationId xmlns:a16="http://schemas.microsoft.com/office/drawing/2014/main" id="{32E5EFEF-36AD-4F40-9F24-894E0293C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307" y="3757985"/>
              <a:ext cx="112871" cy="182880"/>
            </a:xfrm>
            <a:prstGeom prst="rect">
              <a:avLst/>
            </a:prstGeom>
          </p:spPr>
        </p:pic>
        <p:pic>
          <p:nvPicPr>
            <p:cNvPr id="439" name="Picture 438">
              <a:extLst>
                <a:ext uri="{FF2B5EF4-FFF2-40B4-BE49-F238E27FC236}">
                  <a16:creationId xmlns:a16="http://schemas.microsoft.com/office/drawing/2014/main" id="{63FCF2C0-F7FC-4E55-B019-14CEAC49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5697" y="4172968"/>
              <a:ext cx="112871" cy="182880"/>
            </a:xfrm>
            <a:prstGeom prst="rect">
              <a:avLst/>
            </a:prstGeom>
          </p:spPr>
        </p:pic>
        <p:pic>
          <p:nvPicPr>
            <p:cNvPr id="440" name="Picture 439">
              <a:extLst>
                <a:ext uri="{FF2B5EF4-FFF2-40B4-BE49-F238E27FC236}">
                  <a16:creationId xmlns:a16="http://schemas.microsoft.com/office/drawing/2014/main" id="{FB82B2BF-1ADE-4013-B9AA-E1A1D9C76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307" y="4172968"/>
              <a:ext cx="112871" cy="182880"/>
            </a:xfrm>
            <a:prstGeom prst="rect">
              <a:avLst/>
            </a:prstGeom>
          </p:spPr>
        </p:pic>
        <p:pic>
          <p:nvPicPr>
            <p:cNvPr id="445" name="Picture 444">
              <a:extLst>
                <a:ext uri="{FF2B5EF4-FFF2-40B4-BE49-F238E27FC236}">
                  <a16:creationId xmlns:a16="http://schemas.microsoft.com/office/drawing/2014/main" id="{42701620-A985-4D75-B685-105281194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154" y="3757985"/>
              <a:ext cx="112871" cy="182880"/>
            </a:xfrm>
            <a:prstGeom prst="rect">
              <a:avLst/>
            </a:prstGeom>
          </p:spPr>
        </p:pic>
        <p:pic>
          <p:nvPicPr>
            <p:cNvPr id="446" name="Picture 445">
              <a:extLst>
                <a:ext uri="{FF2B5EF4-FFF2-40B4-BE49-F238E27FC236}">
                  <a16:creationId xmlns:a16="http://schemas.microsoft.com/office/drawing/2014/main" id="{E7623138-D1CE-41A3-A766-1E486A90E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3764" y="3757985"/>
              <a:ext cx="112871" cy="182880"/>
            </a:xfrm>
            <a:prstGeom prst="rect">
              <a:avLst/>
            </a:prstGeom>
          </p:spPr>
        </p:pic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20A4448E-F158-4ADE-9D24-418B3DCEB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154" y="4172968"/>
              <a:ext cx="112871" cy="182880"/>
            </a:xfrm>
            <a:prstGeom prst="rect">
              <a:avLst/>
            </a:prstGeom>
          </p:spPr>
        </p:pic>
        <p:pic>
          <p:nvPicPr>
            <p:cNvPr id="450" name="Picture 449">
              <a:extLst>
                <a:ext uri="{FF2B5EF4-FFF2-40B4-BE49-F238E27FC236}">
                  <a16:creationId xmlns:a16="http://schemas.microsoft.com/office/drawing/2014/main" id="{45CA0350-02D7-43C9-98F6-77B6D4EF0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3764" y="4172968"/>
              <a:ext cx="112871" cy="182880"/>
            </a:xfrm>
            <a:prstGeom prst="rect">
              <a:avLst/>
            </a:prstGeom>
          </p:spPr>
        </p:pic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53632EBA-3461-43A2-9D7D-06F36C5DEB65}"/>
                </a:ext>
              </a:extLst>
            </p:cNvPr>
            <p:cNvSpPr txBox="1"/>
            <p:nvPr/>
          </p:nvSpPr>
          <p:spPr>
            <a:xfrm>
              <a:off x="5752129" y="4447741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16/16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7D7A1FDD-C90E-4BBB-93A3-21FA32BF501D}"/>
                </a:ext>
              </a:extLst>
            </p:cNvPr>
            <p:cNvSpPr txBox="1"/>
            <p:nvPr/>
          </p:nvSpPr>
          <p:spPr>
            <a:xfrm>
              <a:off x="5752129" y="2644896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0EDE967-09F3-419C-AAE8-D42C7E9C5394}"/>
              </a:ext>
            </a:extLst>
          </p:cNvPr>
          <p:cNvGrpSpPr/>
          <p:nvPr/>
        </p:nvGrpSpPr>
        <p:grpSpPr>
          <a:xfrm>
            <a:off x="6322138" y="3813096"/>
            <a:ext cx="822960" cy="1956733"/>
            <a:chOff x="6709189" y="2644896"/>
            <a:chExt cx="822960" cy="1956733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9A63E53-AADA-42BC-AD2E-FF30C1469087}"/>
                </a:ext>
              </a:extLst>
            </p:cNvPr>
            <p:cNvSpPr/>
            <p:nvPr/>
          </p:nvSpPr>
          <p:spPr>
            <a:xfrm>
              <a:off x="6709189" y="2849088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405" name="Picture 404">
              <a:extLst>
                <a:ext uri="{FF2B5EF4-FFF2-40B4-BE49-F238E27FC236}">
                  <a16:creationId xmlns:a16="http://schemas.microsoft.com/office/drawing/2014/main" id="{F7AD364E-3740-474C-9BD0-C7F3E9A1B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2928017"/>
              <a:ext cx="112871" cy="182880"/>
            </a:xfrm>
            <a:prstGeom prst="rect">
              <a:avLst/>
            </a:prstGeom>
          </p:spPr>
        </p:pic>
        <p:pic>
          <p:nvPicPr>
            <p:cNvPr id="406" name="Picture 405">
              <a:extLst>
                <a:ext uri="{FF2B5EF4-FFF2-40B4-BE49-F238E27FC236}">
                  <a16:creationId xmlns:a16="http://schemas.microsoft.com/office/drawing/2014/main" id="{8C4D4C58-3851-49B7-89C5-6FCB665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2928017"/>
              <a:ext cx="112871" cy="182880"/>
            </a:xfrm>
            <a:prstGeom prst="rect">
              <a:avLst/>
            </a:prstGeom>
          </p:spPr>
        </p:pic>
        <p:pic>
          <p:nvPicPr>
            <p:cNvPr id="407" name="Picture 406">
              <a:extLst>
                <a:ext uri="{FF2B5EF4-FFF2-40B4-BE49-F238E27FC236}">
                  <a16:creationId xmlns:a16="http://schemas.microsoft.com/office/drawing/2014/main" id="{44EB4759-E8A7-4C9F-8286-B55A1DDA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2928017"/>
              <a:ext cx="112871" cy="182880"/>
            </a:xfrm>
            <a:prstGeom prst="rect">
              <a:avLst/>
            </a:prstGeom>
          </p:spPr>
        </p:pic>
        <p:pic>
          <p:nvPicPr>
            <p:cNvPr id="408" name="Picture 407">
              <a:extLst>
                <a:ext uri="{FF2B5EF4-FFF2-40B4-BE49-F238E27FC236}">
                  <a16:creationId xmlns:a16="http://schemas.microsoft.com/office/drawing/2014/main" id="{EC2CC467-AAEF-4E7A-985A-D4C58D44D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2928017"/>
              <a:ext cx="112871" cy="182880"/>
            </a:xfrm>
            <a:prstGeom prst="rect">
              <a:avLst/>
            </a:prstGeom>
          </p:spPr>
        </p:pic>
        <p:pic>
          <p:nvPicPr>
            <p:cNvPr id="409" name="Picture 408">
              <a:extLst>
                <a:ext uri="{FF2B5EF4-FFF2-40B4-BE49-F238E27FC236}">
                  <a16:creationId xmlns:a16="http://schemas.microsoft.com/office/drawing/2014/main" id="{E8617A7D-95F7-4DB3-A9E5-E462EA002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3343001"/>
              <a:ext cx="112871" cy="182880"/>
            </a:xfrm>
            <a:prstGeom prst="rect">
              <a:avLst/>
            </a:prstGeom>
          </p:spPr>
        </p:pic>
        <p:pic>
          <p:nvPicPr>
            <p:cNvPr id="410" name="Picture 409">
              <a:extLst>
                <a:ext uri="{FF2B5EF4-FFF2-40B4-BE49-F238E27FC236}">
                  <a16:creationId xmlns:a16="http://schemas.microsoft.com/office/drawing/2014/main" id="{D38210AC-2FE4-452A-B2E4-996D6C896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3343001"/>
              <a:ext cx="112871" cy="182880"/>
            </a:xfrm>
            <a:prstGeom prst="rect">
              <a:avLst/>
            </a:prstGeom>
          </p:spPr>
        </p:pic>
        <p:pic>
          <p:nvPicPr>
            <p:cNvPr id="411" name="Picture 410">
              <a:extLst>
                <a:ext uri="{FF2B5EF4-FFF2-40B4-BE49-F238E27FC236}">
                  <a16:creationId xmlns:a16="http://schemas.microsoft.com/office/drawing/2014/main" id="{27C4F0DC-258A-4393-BEBE-36FFD0B56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3343001"/>
              <a:ext cx="112871" cy="182880"/>
            </a:xfrm>
            <a:prstGeom prst="rect">
              <a:avLst/>
            </a:prstGeom>
          </p:spPr>
        </p:pic>
        <p:pic>
          <p:nvPicPr>
            <p:cNvPr id="412" name="Picture 411">
              <a:extLst>
                <a:ext uri="{FF2B5EF4-FFF2-40B4-BE49-F238E27FC236}">
                  <a16:creationId xmlns:a16="http://schemas.microsoft.com/office/drawing/2014/main" id="{3DED52F2-37C9-4880-915D-8BE0F45C9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3343001"/>
              <a:ext cx="112871" cy="182880"/>
            </a:xfrm>
            <a:prstGeom prst="rect">
              <a:avLst/>
            </a:prstGeom>
          </p:spPr>
        </p:pic>
        <p:pic>
          <p:nvPicPr>
            <p:cNvPr id="413" name="Picture 412">
              <a:extLst>
                <a:ext uri="{FF2B5EF4-FFF2-40B4-BE49-F238E27FC236}">
                  <a16:creationId xmlns:a16="http://schemas.microsoft.com/office/drawing/2014/main" id="{7FCA16E4-8E4E-4046-A491-9A6059AD8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4172968"/>
              <a:ext cx="112871" cy="182880"/>
            </a:xfrm>
            <a:prstGeom prst="rect">
              <a:avLst/>
            </a:prstGeom>
          </p:spPr>
        </p:pic>
        <p:pic>
          <p:nvPicPr>
            <p:cNvPr id="414" name="Picture 413">
              <a:extLst>
                <a:ext uri="{FF2B5EF4-FFF2-40B4-BE49-F238E27FC236}">
                  <a16:creationId xmlns:a16="http://schemas.microsoft.com/office/drawing/2014/main" id="{2D154E6C-F9C4-45B3-9F89-782887CCA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4172968"/>
              <a:ext cx="112871" cy="182880"/>
            </a:xfrm>
            <a:prstGeom prst="rect">
              <a:avLst/>
            </a:prstGeom>
          </p:spPr>
        </p:pic>
        <p:pic>
          <p:nvPicPr>
            <p:cNvPr id="415" name="Picture 414">
              <a:extLst>
                <a:ext uri="{FF2B5EF4-FFF2-40B4-BE49-F238E27FC236}">
                  <a16:creationId xmlns:a16="http://schemas.microsoft.com/office/drawing/2014/main" id="{F3B22B94-BB22-40C5-AD64-021A6B73A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4172968"/>
              <a:ext cx="112871" cy="182880"/>
            </a:xfrm>
            <a:prstGeom prst="rect">
              <a:avLst/>
            </a:prstGeom>
          </p:spPr>
        </p:pic>
        <p:pic>
          <p:nvPicPr>
            <p:cNvPr id="416" name="Picture 415">
              <a:extLst>
                <a:ext uri="{FF2B5EF4-FFF2-40B4-BE49-F238E27FC236}">
                  <a16:creationId xmlns:a16="http://schemas.microsoft.com/office/drawing/2014/main" id="{5D02917E-75B9-40E7-AE93-5CFA98B58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4172968"/>
              <a:ext cx="112871" cy="182880"/>
            </a:xfrm>
            <a:prstGeom prst="rect">
              <a:avLst/>
            </a:prstGeom>
          </p:spPr>
        </p:pic>
        <p:pic>
          <p:nvPicPr>
            <p:cNvPr id="417" name="Picture 416">
              <a:extLst>
                <a:ext uri="{FF2B5EF4-FFF2-40B4-BE49-F238E27FC236}">
                  <a16:creationId xmlns:a16="http://schemas.microsoft.com/office/drawing/2014/main" id="{C52F14F6-2BA1-4FEE-B28F-7429C5AC7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414" y="3757985"/>
              <a:ext cx="112871" cy="182880"/>
            </a:xfrm>
            <a:prstGeom prst="rect">
              <a:avLst/>
            </a:prstGeom>
          </p:spPr>
        </p:pic>
        <p:pic>
          <p:nvPicPr>
            <p:cNvPr id="418" name="Picture 417">
              <a:extLst>
                <a:ext uri="{FF2B5EF4-FFF2-40B4-BE49-F238E27FC236}">
                  <a16:creationId xmlns:a16="http://schemas.microsoft.com/office/drawing/2014/main" id="{1E71A106-7DB9-4F64-9F06-D82F2F7CD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0804" y="3757985"/>
              <a:ext cx="112871" cy="182880"/>
            </a:xfrm>
            <a:prstGeom prst="rect">
              <a:avLst/>
            </a:prstGeom>
          </p:spPr>
        </p:pic>
        <p:pic>
          <p:nvPicPr>
            <p:cNvPr id="451" name="Picture 450">
              <a:extLst>
                <a:ext uri="{FF2B5EF4-FFF2-40B4-BE49-F238E27FC236}">
                  <a16:creationId xmlns:a16="http://schemas.microsoft.com/office/drawing/2014/main" id="{24635C42-5E18-4AFA-8C62-DA4878BE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9261" y="3757985"/>
              <a:ext cx="112871" cy="182880"/>
            </a:xfrm>
            <a:prstGeom prst="rect">
              <a:avLst/>
            </a:prstGeom>
          </p:spPr>
        </p:pic>
        <p:pic>
          <p:nvPicPr>
            <p:cNvPr id="452" name="Picture 451">
              <a:extLst>
                <a:ext uri="{FF2B5EF4-FFF2-40B4-BE49-F238E27FC236}">
                  <a16:creationId xmlns:a16="http://schemas.microsoft.com/office/drawing/2014/main" id="{D9AD1B95-1F48-45CC-9685-ABB96BFE3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871" y="3757985"/>
              <a:ext cx="112871" cy="182880"/>
            </a:xfrm>
            <a:prstGeom prst="rect">
              <a:avLst/>
            </a:prstGeom>
          </p:spPr>
        </p:pic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BF081012-A8F5-461E-936E-5F782BAE1EA9}"/>
                </a:ext>
              </a:extLst>
            </p:cNvPr>
            <p:cNvSpPr txBox="1"/>
            <p:nvPr/>
          </p:nvSpPr>
          <p:spPr>
            <a:xfrm>
              <a:off x="6709189" y="4447741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10/16</a:t>
              </a:r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DAB93502-1318-44EB-A4F0-6561955BAF69}"/>
                </a:ext>
              </a:extLst>
            </p:cNvPr>
            <p:cNvSpPr txBox="1"/>
            <p:nvPr/>
          </p:nvSpPr>
          <p:spPr>
            <a:xfrm>
              <a:off x="6709189" y="2644896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II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46C8D-EF42-4964-9BEC-BEA9EBB31C8B}"/>
              </a:ext>
            </a:extLst>
          </p:cNvPr>
          <p:cNvGrpSpPr/>
          <p:nvPr/>
        </p:nvGrpSpPr>
        <p:grpSpPr>
          <a:xfrm>
            <a:off x="7280186" y="3813096"/>
            <a:ext cx="822960" cy="1956733"/>
            <a:chOff x="7664286" y="2644896"/>
            <a:chExt cx="822960" cy="195673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F515E11-7A1C-4492-8AB9-5A2B8D7A2439}"/>
                </a:ext>
              </a:extLst>
            </p:cNvPr>
            <p:cNvSpPr/>
            <p:nvPr/>
          </p:nvSpPr>
          <p:spPr>
            <a:xfrm>
              <a:off x="7664286" y="2849088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421" name="Picture 420">
              <a:extLst>
                <a:ext uri="{FF2B5EF4-FFF2-40B4-BE49-F238E27FC236}">
                  <a16:creationId xmlns:a16="http://schemas.microsoft.com/office/drawing/2014/main" id="{79FBC7E2-F884-4902-9202-C8227B164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653" y="2928017"/>
              <a:ext cx="112871" cy="182880"/>
            </a:xfrm>
            <a:prstGeom prst="rect">
              <a:avLst/>
            </a:prstGeom>
          </p:spPr>
        </p:pic>
        <p:pic>
          <p:nvPicPr>
            <p:cNvPr id="422" name="Picture 421">
              <a:extLst>
                <a:ext uri="{FF2B5EF4-FFF2-40B4-BE49-F238E27FC236}">
                  <a16:creationId xmlns:a16="http://schemas.microsoft.com/office/drawing/2014/main" id="{0E0551B5-EC90-46C0-BAB2-127F32A84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9263" y="2928017"/>
              <a:ext cx="112871" cy="182880"/>
            </a:xfrm>
            <a:prstGeom prst="rect">
              <a:avLst/>
            </a:prstGeom>
          </p:spPr>
        </p:pic>
        <p:pic>
          <p:nvPicPr>
            <p:cNvPr id="423" name="Picture 422">
              <a:extLst>
                <a:ext uri="{FF2B5EF4-FFF2-40B4-BE49-F238E27FC236}">
                  <a16:creationId xmlns:a16="http://schemas.microsoft.com/office/drawing/2014/main" id="{E2FC3A86-AD62-4FAF-A5B8-59A7E05FB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1196" y="2928017"/>
              <a:ext cx="112871" cy="182880"/>
            </a:xfrm>
            <a:prstGeom prst="rect">
              <a:avLst/>
            </a:prstGeom>
          </p:spPr>
        </p:pic>
        <p:pic>
          <p:nvPicPr>
            <p:cNvPr id="424" name="Picture 423">
              <a:extLst>
                <a:ext uri="{FF2B5EF4-FFF2-40B4-BE49-F238E27FC236}">
                  <a16:creationId xmlns:a16="http://schemas.microsoft.com/office/drawing/2014/main" id="{A9D0DDD4-FC78-40E2-B6EF-C0E054341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06" y="2928017"/>
              <a:ext cx="112871" cy="182880"/>
            </a:xfrm>
            <a:prstGeom prst="rect">
              <a:avLst/>
            </a:prstGeom>
          </p:spPr>
        </p:pic>
        <p:pic>
          <p:nvPicPr>
            <p:cNvPr id="425" name="Picture 424">
              <a:extLst>
                <a:ext uri="{FF2B5EF4-FFF2-40B4-BE49-F238E27FC236}">
                  <a16:creationId xmlns:a16="http://schemas.microsoft.com/office/drawing/2014/main" id="{47041EDB-E8F3-4941-BC28-168677AEB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653" y="3343001"/>
              <a:ext cx="112871" cy="182880"/>
            </a:xfrm>
            <a:prstGeom prst="rect">
              <a:avLst/>
            </a:prstGeom>
          </p:spPr>
        </p:pic>
        <p:pic>
          <p:nvPicPr>
            <p:cNvPr id="426" name="Picture 425">
              <a:extLst>
                <a:ext uri="{FF2B5EF4-FFF2-40B4-BE49-F238E27FC236}">
                  <a16:creationId xmlns:a16="http://schemas.microsoft.com/office/drawing/2014/main" id="{966A3F06-FDC3-4A5C-82D8-223CA224E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9263" y="3343001"/>
              <a:ext cx="112871" cy="182880"/>
            </a:xfrm>
            <a:prstGeom prst="rect">
              <a:avLst/>
            </a:prstGeom>
          </p:spPr>
        </p:pic>
        <p:pic>
          <p:nvPicPr>
            <p:cNvPr id="427" name="Picture 426">
              <a:extLst>
                <a:ext uri="{FF2B5EF4-FFF2-40B4-BE49-F238E27FC236}">
                  <a16:creationId xmlns:a16="http://schemas.microsoft.com/office/drawing/2014/main" id="{95299BFB-3D24-42C7-8C55-8A50115C3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1196" y="3343001"/>
              <a:ext cx="112871" cy="182880"/>
            </a:xfrm>
            <a:prstGeom prst="rect">
              <a:avLst/>
            </a:prstGeom>
          </p:spPr>
        </p:pic>
        <p:pic>
          <p:nvPicPr>
            <p:cNvPr id="428" name="Picture 427">
              <a:extLst>
                <a:ext uri="{FF2B5EF4-FFF2-40B4-BE49-F238E27FC236}">
                  <a16:creationId xmlns:a16="http://schemas.microsoft.com/office/drawing/2014/main" id="{77C79B50-38A4-4CD1-8FA7-A59454C4A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06" y="3343001"/>
              <a:ext cx="112871" cy="182880"/>
            </a:xfrm>
            <a:prstGeom prst="rect">
              <a:avLst/>
            </a:prstGeom>
          </p:spPr>
        </p:pic>
        <p:pic>
          <p:nvPicPr>
            <p:cNvPr id="429" name="Picture 428">
              <a:extLst>
                <a:ext uri="{FF2B5EF4-FFF2-40B4-BE49-F238E27FC236}">
                  <a16:creationId xmlns:a16="http://schemas.microsoft.com/office/drawing/2014/main" id="{8834CAD1-038F-46E6-AE85-2065FDA36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06" y="4172968"/>
              <a:ext cx="112871" cy="182880"/>
            </a:xfrm>
            <a:prstGeom prst="rect">
              <a:avLst/>
            </a:prstGeom>
          </p:spPr>
        </p:pic>
        <p:pic>
          <p:nvPicPr>
            <p:cNvPr id="430" name="Picture 429">
              <a:extLst>
                <a:ext uri="{FF2B5EF4-FFF2-40B4-BE49-F238E27FC236}">
                  <a16:creationId xmlns:a16="http://schemas.microsoft.com/office/drawing/2014/main" id="{BC3BBD34-4B7A-49C3-8A59-7CF190818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1196" y="4172968"/>
              <a:ext cx="112871" cy="182880"/>
            </a:xfrm>
            <a:prstGeom prst="rect">
              <a:avLst/>
            </a:prstGeom>
          </p:spPr>
        </p:pic>
        <p:pic>
          <p:nvPicPr>
            <p:cNvPr id="453" name="Picture 452">
              <a:extLst>
                <a:ext uri="{FF2B5EF4-FFF2-40B4-BE49-F238E27FC236}">
                  <a16:creationId xmlns:a16="http://schemas.microsoft.com/office/drawing/2014/main" id="{8317B0D9-A81B-414C-BAB4-DB59B47AC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1196" y="3757985"/>
              <a:ext cx="112871" cy="182880"/>
            </a:xfrm>
            <a:prstGeom prst="rect">
              <a:avLst/>
            </a:prstGeom>
          </p:spPr>
        </p:pic>
        <p:pic>
          <p:nvPicPr>
            <p:cNvPr id="454" name="Picture 453">
              <a:extLst>
                <a:ext uri="{FF2B5EF4-FFF2-40B4-BE49-F238E27FC236}">
                  <a16:creationId xmlns:a16="http://schemas.microsoft.com/office/drawing/2014/main" id="{9099336E-309D-4431-9682-3ED5CD602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06" y="3757985"/>
              <a:ext cx="112871" cy="182880"/>
            </a:xfrm>
            <a:prstGeom prst="rect">
              <a:avLst/>
            </a:prstGeom>
          </p:spPr>
        </p:pic>
        <p:pic>
          <p:nvPicPr>
            <p:cNvPr id="455" name="Picture 454">
              <a:extLst>
                <a:ext uri="{FF2B5EF4-FFF2-40B4-BE49-F238E27FC236}">
                  <a16:creationId xmlns:a16="http://schemas.microsoft.com/office/drawing/2014/main" id="{7292762D-6FBE-4677-A970-B50F7DE59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653" y="3757985"/>
              <a:ext cx="112871" cy="182880"/>
            </a:xfrm>
            <a:prstGeom prst="rect">
              <a:avLst/>
            </a:prstGeom>
          </p:spPr>
        </p:pic>
        <p:pic>
          <p:nvPicPr>
            <p:cNvPr id="456" name="Picture 455">
              <a:extLst>
                <a:ext uri="{FF2B5EF4-FFF2-40B4-BE49-F238E27FC236}">
                  <a16:creationId xmlns:a16="http://schemas.microsoft.com/office/drawing/2014/main" id="{4AE09C24-57DB-4DCB-B0CC-94ACFBD00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9263" y="3757985"/>
              <a:ext cx="112871" cy="182880"/>
            </a:xfrm>
            <a:prstGeom prst="rect">
              <a:avLst/>
            </a:prstGeom>
          </p:spPr>
        </p:pic>
        <p:pic>
          <p:nvPicPr>
            <p:cNvPr id="459" name="Picture 458">
              <a:extLst>
                <a:ext uri="{FF2B5EF4-FFF2-40B4-BE49-F238E27FC236}">
                  <a16:creationId xmlns:a16="http://schemas.microsoft.com/office/drawing/2014/main" id="{CF3ABB24-E25C-405E-AF10-56F90641D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653" y="4172968"/>
              <a:ext cx="112871" cy="182880"/>
            </a:xfrm>
            <a:prstGeom prst="rect">
              <a:avLst/>
            </a:prstGeom>
          </p:spPr>
        </p:pic>
        <p:pic>
          <p:nvPicPr>
            <p:cNvPr id="460" name="Picture 459">
              <a:extLst>
                <a:ext uri="{FF2B5EF4-FFF2-40B4-BE49-F238E27FC236}">
                  <a16:creationId xmlns:a16="http://schemas.microsoft.com/office/drawing/2014/main" id="{F40D651E-B8A3-447D-AFC2-076D1ABA6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9263" y="4172968"/>
              <a:ext cx="112871" cy="182880"/>
            </a:xfrm>
            <a:prstGeom prst="rect">
              <a:avLst/>
            </a:prstGeom>
          </p:spPr>
        </p:pic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55B46D3C-FA0E-466D-A7A1-6AC4CB222144}"/>
                </a:ext>
              </a:extLst>
            </p:cNvPr>
            <p:cNvSpPr txBox="1"/>
            <p:nvPr/>
          </p:nvSpPr>
          <p:spPr>
            <a:xfrm>
              <a:off x="7664286" y="4447741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14/16</a:t>
              </a: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7E0C6100-AA96-4AD2-8106-854200CB7F32}"/>
                </a:ext>
              </a:extLst>
            </p:cNvPr>
            <p:cNvSpPr txBox="1"/>
            <p:nvPr/>
          </p:nvSpPr>
          <p:spPr>
            <a:xfrm>
              <a:off x="7664286" y="2644896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III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A3953C7-F092-475B-97D7-0162E7995D31}"/>
              </a:ext>
            </a:extLst>
          </p:cNvPr>
          <p:cNvGrpSpPr/>
          <p:nvPr/>
        </p:nvGrpSpPr>
        <p:grpSpPr>
          <a:xfrm>
            <a:off x="2736140" y="3808954"/>
            <a:ext cx="822960" cy="1960875"/>
            <a:chOff x="2769325" y="2640754"/>
            <a:chExt cx="822960" cy="19608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AA8F64-070F-4BF1-AEA9-5164CD3A8DE8}"/>
                </a:ext>
              </a:extLst>
            </p:cNvPr>
            <p:cNvSpPr/>
            <p:nvPr/>
          </p:nvSpPr>
          <p:spPr>
            <a:xfrm>
              <a:off x="2769325" y="2849088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9A8E31-B930-4D55-A84A-9F82B64BF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1172" y="2928017"/>
              <a:ext cx="112871" cy="182880"/>
            </a:xfrm>
            <a:prstGeom prst="rect">
              <a:avLst/>
            </a:prstGeom>
          </p:spPr>
        </p:pic>
        <p:pic>
          <p:nvPicPr>
            <p:cNvPr id="214" name="Picture 213">
              <a:extLst>
                <a:ext uri="{FF2B5EF4-FFF2-40B4-BE49-F238E27FC236}">
                  <a16:creationId xmlns:a16="http://schemas.microsoft.com/office/drawing/2014/main" id="{D6B393CD-BA9B-45ED-9984-A5B2FAD61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782" y="2928017"/>
              <a:ext cx="112871" cy="182880"/>
            </a:xfrm>
            <a:prstGeom prst="rect">
              <a:avLst/>
            </a:prstGeom>
          </p:spPr>
        </p:pic>
        <p:pic>
          <p:nvPicPr>
            <p:cNvPr id="219" name="Picture 218">
              <a:extLst>
                <a:ext uri="{FF2B5EF4-FFF2-40B4-BE49-F238E27FC236}">
                  <a16:creationId xmlns:a16="http://schemas.microsoft.com/office/drawing/2014/main" id="{9E392422-A230-41E4-BFBA-4E83E491B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2715" y="2928017"/>
              <a:ext cx="112871" cy="182880"/>
            </a:xfrm>
            <a:prstGeom prst="rect">
              <a:avLst/>
            </a:prstGeom>
          </p:spPr>
        </p:pic>
        <p:pic>
          <p:nvPicPr>
            <p:cNvPr id="224" name="Picture 223">
              <a:extLst>
                <a:ext uri="{FF2B5EF4-FFF2-40B4-BE49-F238E27FC236}">
                  <a16:creationId xmlns:a16="http://schemas.microsoft.com/office/drawing/2014/main" id="{34219D6B-4E88-4C36-813A-00B6789A6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325" y="2928017"/>
              <a:ext cx="112871" cy="182880"/>
            </a:xfrm>
            <a:prstGeom prst="rect">
              <a:avLst/>
            </a:prstGeom>
          </p:spPr>
        </p:pic>
        <p:pic>
          <p:nvPicPr>
            <p:cNvPr id="259" name="Picture 258">
              <a:extLst>
                <a:ext uri="{FF2B5EF4-FFF2-40B4-BE49-F238E27FC236}">
                  <a16:creationId xmlns:a16="http://schemas.microsoft.com/office/drawing/2014/main" id="{BDB680C2-780E-41C0-9890-51D169872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1172" y="3861731"/>
              <a:ext cx="112871" cy="182880"/>
            </a:xfrm>
            <a:prstGeom prst="rect">
              <a:avLst/>
            </a:prstGeom>
          </p:spPr>
        </p:pic>
        <p:pic>
          <p:nvPicPr>
            <p:cNvPr id="260" name="Picture 259">
              <a:extLst>
                <a:ext uri="{FF2B5EF4-FFF2-40B4-BE49-F238E27FC236}">
                  <a16:creationId xmlns:a16="http://schemas.microsoft.com/office/drawing/2014/main" id="{D3919CCA-80C9-4E67-9DF4-9EDB22B16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782" y="3861731"/>
              <a:ext cx="112871" cy="182880"/>
            </a:xfrm>
            <a:prstGeom prst="rect">
              <a:avLst/>
            </a:prstGeom>
          </p:spPr>
        </p:pic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86EBC41F-E223-415D-A3D6-4E4120488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2715" y="3861731"/>
              <a:ext cx="112871" cy="182880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3F7CCEC4-550C-47DF-9933-133F28D93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1172" y="3550493"/>
              <a:ext cx="112871" cy="182880"/>
            </a:xfrm>
            <a:prstGeom prst="rect">
              <a:avLst/>
            </a:prstGeom>
          </p:spPr>
        </p:pic>
        <p:pic>
          <p:nvPicPr>
            <p:cNvPr id="269" name="Picture 268">
              <a:extLst>
                <a:ext uri="{FF2B5EF4-FFF2-40B4-BE49-F238E27FC236}">
                  <a16:creationId xmlns:a16="http://schemas.microsoft.com/office/drawing/2014/main" id="{AFB925FC-E8A0-459B-A211-FA25CAEA6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782" y="3550493"/>
              <a:ext cx="112871" cy="182880"/>
            </a:xfrm>
            <a:prstGeom prst="rect">
              <a:avLst/>
            </a:prstGeom>
          </p:spPr>
        </p:pic>
        <p:pic>
          <p:nvPicPr>
            <p:cNvPr id="274" name="Picture 273">
              <a:extLst>
                <a:ext uri="{FF2B5EF4-FFF2-40B4-BE49-F238E27FC236}">
                  <a16:creationId xmlns:a16="http://schemas.microsoft.com/office/drawing/2014/main" id="{15709A8C-8426-4398-BA43-A0856E61D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2715" y="3550493"/>
              <a:ext cx="112871" cy="182880"/>
            </a:xfrm>
            <a:prstGeom prst="rect">
              <a:avLst/>
            </a:prstGeom>
          </p:spPr>
        </p:pic>
        <p:pic>
          <p:nvPicPr>
            <p:cNvPr id="279" name="Picture 278">
              <a:extLst>
                <a:ext uri="{FF2B5EF4-FFF2-40B4-BE49-F238E27FC236}">
                  <a16:creationId xmlns:a16="http://schemas.microsoft.com/office/drawing/2014/main" id="{C478CF92-69A3-4E6D-9429-6E0C7BC9D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325" y="3550493"/>
              <a:ext cx="112871" cy="182880"/>
            </a:xfrm>
            <a:prstGeom prst="rect">
              <a:avLst/>
            </a:prstGeom>
          </p:spPr>
        </p:pic>
        <p:pic>
          <p:nvPicPr>
            <p:cNvPr id="289" name="Picture 288">
              <a:extLst>
                <a:ext uri="{FF2B5EF4-FFF2-40B4-BE49-F238E27FC236}">
                  <a16:creationId xmlns:a16="http://schemas.microsoft.com/office/drawing/2014/main" id="{71691C5A-AD15-4487-8682-EEB8EF3FD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1172" y="3239255"/>
              <a:ext cx="112871" cy="182880"/>
            </a:xfrm>
            <a:prstGeom prst="rect">
              <a:avLst/>
            </a:prstGeom>
          </p:spPr>
        </p:pic>
        <p:pic>
          <p:nvPicPr>
            <p:cNvPr id="294" name="Picture 293">
              <a:extLst>
                <a:ext uri="{FF2B5EF4-FFF2-40B4-BE49-F238E27FC236}">
                  <a16:creationId xmlns:a16="http://schemas.microsoft.com/office/drawing/2014/main" id="{1F9E8014-E146-49CF-A513-4C1C37749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782" y="3239255"/>
              <a:ext cx="112871" cy="182880"/>
            </a:xfrm>
            <a:prstGeom prst="rect">
              <a:avLst/>
            </a:prstGeom>
          </p:spPr>
        </p:pic>
        <p:pic>
          <p:nvPicPr>
            <p:cNvPr id="299" name="Picture 298">
              <a:extLst>
                <a:ext uri="{FF2B5EF4-FFF2-40B4-BE49-F238E27FC236}">
                  <a16:creationId xmlns:a16="http://schemas.microsoft.com/office/drawing/2014/main" id="{95E52BAE-1F76-4BC5-B1CA-888DF69BC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2715" y="3239255"/>
              <a:ext cx="112871" cy="182880"/>
            </a:xfrm>
            <a:prstGeom prst="rect">
              <a:avLst/>
            </a:prstGeom>
          </p:spPr>
        </p:pic>
        <p:pic>
          <p:nvPicPr>
            <p:cNvPr id="304" name="Picture 303">
              <a:extLst>
                <a:ext uri="{FF2B5EF4-FFF2-40B4-BE49-F238E27FC236}">
                  <a16:creationId xmlns:a16="http://schemas.microsoft.com/office/drawing/2014/main" id="{0FCE2877-AA2B-45EB-B765-43D7DBD60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325" y="3239255"/>
              <a:ext cx="112871" cy="18288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1A01D3F-5820-4455-BDF5-B65692EEC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325" y="3861731"/>
              <a:ext cx="112871" cy="182880"/>
            </a:xfrm>
            <a:prstGeom prst="rect">
              <a:avLst/>
            </a:prstGeom>
          </p:spPr>
        </p:pic>
        <p:pic>
          <p:nvPicPr>
            <p:cNvPr id="314" name="Picture 313">
              <a:extLst>
                <a:ext uri="{FF2B5EF4-FFF2-40B4-BE49-F238E27FC236}">
                  <a16:creationId xmlns:a16="http://schemas.microsoft.com/office/drawing/2014/main" id="{943CE236-3978-4CB7-9EE1-014E8DCFA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325" y="4172968"/>
              <a:ext cx="112871" cy="182880"/>
            </a:xfrm>
            <a:prstGeom prst="rect">
              <a:avLst/>
            </a:prstGeom>
          </p:spPr>
        </p:pic>
        <p:pic>
          <p:nvPicPr>
            <p:cNvPr id="319" name="Picture 318">
              <a:extLst>
                <a:ext uri="{FF2B5EF4-FFF2-40B4-BE49-F238E27FC236}">
                  <a16:creationId xmlns:a16="http://schemas.microsoft.com/office/drawing/2014/main" id="{E901B9BC-9B3B-4AD0-89F1-8FC50F9F2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2715" y="4172968"/>
              <a:ext cx="112871" cy="182880"/>
            </a:xfrm>
            <a:prstGeom prst="rect">
              <a:avLst/>
            </a:prstGeom>
          </p:spPr>
        </p:pic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F38579D2-9E9C-41C4-B8D5-0C306E754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782" y="4172968"/>
              <a:ext cx="112871" cy="182880"/>
            </a:xfrm>
            <a:prstGeom prst="rect">
              <a:avLst/>
            </a:prstGeom>
          </p:spPr>
        </p:pic>
        <p:pic>
          <p:nvPicPr>
            <p:cNvPr id="325" name="Picture 324">
              <a:extLst>
                <a:ext uri="{FF2B5EF4-FFF2-40B4-BE49-F238E27FC236}">
                  <a16:creationId xmlns:a16="http://schemas.microsoft.com/office/drawing/2014/main" id="{AD7F5506-2006-4155-899C-8EED5C5FD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1172" y="4172968"/>
              <a:ext cx="112871" cy="18288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A5A987-1668-4571-BEF7-F2D4F7C9463B}"/>
                </a:ext>
              </a:extLst>
            </p:cNvPr>
            <p:cNvSpPr txBox="1"/>
            <p:nvPr/>
          </p:nvSpPr>
          <p:spPr>
            <a:xfrm>
              <a:off x="2769325" y="4447741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15/20</a:t>
              </a:r>
            </a:p>
          </p:txBody>
        </p: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id="{33801B02-6A9A-4B09-A758-A0DACF4495F3}"/>
                </a:ext>
              </a:extLst>
            </p:cNvPr>
            <p:cNvSpPr txBox="1"/>
            <p:nvPr/>
          </p:nvSpPr>
          <p:spPr>
            <a:xfrm>
              <a:off x="2769325" y="2640754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2106EAD-732D-49D1-B07C-C5BA23A96268}"/>
              </a:ext>
            </a:extLst>
          </p:cNvPr>
          <p:cNvGrpSpPr/>
          <p:nvPr/>
        </p:nvGrpSpPr>
        <p:grpSpPr>
          <a:xfrm>
            <a:off x="3765727" y="3808954"/>
            <a:ext cx="824066" cy="1960875"/>
            <a:chOff x="3724297" y="2640754"/>
            <a:chExt cx="824066" cy="1960875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37BAFA6-614E-4DE2-9EEA-F380587E27FB}"/>
                </a:ext>
              </a:extLst>
            </p:cNvPr>
            <p:cNvSpPr/>
            <p:nvPr/>
          </p:nvSpPr>
          <p:spPr>
            <a:xfrm>
              <a:off x="3725403" y="2849088"/>
              <a:ext cx="822960" cy="1554480"/>
            </a:xfrm>
            <a:prstGeom prst="rect">
              <a:avLst/>
            </a:prstGeom>
            <a:noFill/>
            <a:ln w="12700" cap="rnd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326" name="Picture 325">
              <a:extLst>
                <a:ext uri="{FF2B5EF4-FFF2-40B4-BE49-F238E27FC236}">
                  <a16:creationId xmlns:a16="http://schemas.microsoft.com/office/drawing/2014/main" id="{9B046413-935A-473F-9C14-6690B6AFB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943" y="2928017"/>
              <a:ext cx="112871" cy="182880"/>
            </a:xfrm>
            <a:prstGeom prst="rect">
              <a:avLst/>
            </a:prstGeom>
          </p:spPr>
        </p:pic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612EE678-694F-4BDC-A4D9-3913EB622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9553" y="2928017"/>
              <a:ext cx="112871" cy="182880"/>
            </a:xfrm>
            <a:prstGeom prst="rect">
              <a:avLst/>
            </a:prstGeom>
          </p:spPr>
        </p:pic>
        <p:pic>
          <p:nvPicPr>
            <p:cNvPr id="328" name="Picture 327">
              <a:extLst>
                <a:ext uri="{FF2B5EF4-FFF2-40B4-BE49-F238E27FC236}">
                  <a16:creationId xmlns:a16="http://schemas.microsoft.com/office/drawing/2014/main" id="{99F32918-2D43-4669-B4B7-CBCB5B8C1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1486" y="2928017"/>
              <a:ext cx="112871" cy="182880"/>
            </a:xfrm>
            <a:prstGeom prst="rect">
              <a:avLst/>
            </a:prstGeom>
          </p:spPr>
        </p:pic>
        <p:pic>
          <p:nvPicPr>
            <p:cNvPr id="329" name="Picture 328">
              <a:extLst>
                <a:ext uri="{FF2B5EF4-FFF2-40B4-BE49-F238E27FC236}">
                  <a16:creationId xmlns:a16="http://schemas.microsoft.com/office/drawing/2014/main" id="{06E0EFA3-0E4F-41B2-B4A8-A758F33D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096" y="2928017"/>
              <a:ext cx="112871" cy="182880"/>
            </a:xfrm>
            <a:prstGeom prst="rect">
              <a:avLst/>
            </a:prstGeom>
          </p:spPr>
        </p:pic>
        <p:pic>
          <p:nvPicPr>
            <p:cNvPr id="333" name="Picture 332">
              <a:extLst>
                <a:ext uri="{FF2B5EF4-FFF2-40B4-BE49-F238E27FC236}">
                  <a16:creationId xmlns:a16="http://schemas.microsoft.com/office/drawing/2014/main" id="{140F0C73-3E04-4748-9DC9-9EE74C071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943" y="3550493"/>
              <a:ext cx="112871" cy="182880"/>
            </a:xfrm>
            <a:prstGeom prst="rect">
              <a:avLst/>
            </a:prstGeom>
          </p:spPr>
        </p:pic>
        <p:pic>
          <p:nvPicPr>
            <p:cNvPr id="334" name="Picture 333">
              <a:extLst>
                <a:ext uri="{FF2B5EF4-FFF2-40B4-BE49-F238E27FC236}">
                  <a16:creationId xmlns:a16="http://schemas.microsoft.com/office/drawing/2014/main" id="{83C7497A-3FED-4A3C-881F-EA1C6B83C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9553" y="3550493"/>
              <a:ext cx="112871" cy="182880"/>
            </a:xfrm>
            <a:prstGeom prst="rect">
              <a:avLst/>
            </a:prstGeom>
          </p:spPr>
        </p:pic>
        <p:pic>
          <p:nvPicPr>
            <p:cNvPr id="338" name="Picture 337">
              <a:extLst>
                <a:ext uri="{FF2B5EF4-FFF2-40B4-BE49-F238E27FC236}">
                  <a16:creationId xmlns:a16="http://schemas.microsoft.com/office/drawing/2014/main" id="{C1C6396B-A315-4F1E-9118-E801D991C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943" y="3239255"/>
              <a:ext cx="112871" cy="182880"/>
            </a:xfrm>
            <a:prstGeom prst="rect">
              <a:avLst/>
            </a:prstGeom>
          </p:spPr>
        </p:pic>
        <p:pic>
          <p:nvPicPr>
            <p:cNvPr id="339" name="Picture 338">
              <a:extLst>
                <a:ext uri="{FF2B5EF4-FFF2-40B4-BE49-F238E27FC236}">
                  <a16:creationId xmlns:a16="http://schemas.microsoft.com/office/drawing/2014/main" id="{30B1EEF9-EC2A-4CB0-AAF7-57C5BEBB1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9553" y="3239255"/>
              <a:ext cx="112871" cy="182880"/>
            </a:xfrm>
            <a:prstGeom prst="rect">
              <a:avLst/>
            </a:prstGeom>
          </p:spPr>
        </p:pic>
        <p:pic>
          <p:nvPicPr>
            <p:cNvPr id="340" name="Picture 339">
              <a:extLst>
                <a:ext uri="{FF2B5EF4-FFF2-40B4-BE49-F238E27FC236}">
                  <a16:creationId xmlns:a16="http://schemas.microsoft.com/office/drawing/2014/main" id="{F0DA9057-B9F3-40D4-B396-04D855C7B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1486" y="3239255"/>
              <a:ext cx="112871" cy="182880"/>
            </a:xfrm>
            <a:prstGeom prst="rect">
              <a:avLst/>
            </a:prstGeom>
          </p:spPr>
        </p:pic>
        <p:pic>
          <p:nvPicPr>
            <p:cNvPr id="341" name="Picture 340">
              <a:extLst>
                <a:ext uri="{FF2B5EF4-FFF2-40B4-BE49-F238E27FC236}">
                  <a16:creationId xmlns:a16="http://schemas.microsoft.com/office/drawing/2014/main" id="{BD4B418A-BCF9-44BF-95D2-F1E2E5DD3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096" y="3239255"/>
              <a:ext cx="112871" cy="182880"/>
            </a:xfrm>
            <a:prstGeom prst="rect">
              <a:avLst/>
            </a:prstGeom>
          </p:spPr>
        </p:pic>
        <p:pic>
          <p:nvPicPr>
            <p:cNvPr id="343" name="Picture 342">
              <a:extLst>
                <a:ext uri="{FF2B5EF4-FFF2-40B4-BE49-F238E27FC236}">
                  <a16:creationId xmlns:a16="http://schemas.microsoft.com/office/drawing/2014/main" id="{82956437-F7A9-42B4-8B01-55F7C16E1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096" y="4172968"/>
              <a:ext cx="112871" cy="182880"/>
            </a:xfrm>
            <a:prstGeom prst="rect">
              <a:avLst/>
            </a:prstGeom>
          </p:spPr>
        </p:pic>
        <p:pic>
          <p:nvPicPr>
            <p:cNvPr id="344" name="Picture 343">
              <a:extLst>
                <a:ext uri="{FF2B5EF4-FFF2-40B4-BE49-F238E27FC236}">
                  <a16:creationId xmlns:a16="http://schemas.microsoft.com/office/drawing/2014/main" id="{378385EF-36E6-49BB-80E1-C845AA593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1486" y="4172968"/>
              <a:ext cx="112871" cy="182880"/>
            </a:xfrm>
            <a:prstGeom prst="rect">
              <a:avLst/>
            </a:prstGeom>
          </p:spPr>
        </p:pic>
        <p:pic>
          <p:nvPicPr>
            <p:cNvPr id="345" name="Picture 344">
              <a:extLst>
                <a:ext uri="{FF2B5EF4-FFF2-40B4-BE49-F238E27FC236}">
                  <a16:creationId xmlns:a16="http://schemas.microsoft.com/office/drawing/2014/main" id="{F506E362-995D-4199-9F36-8EDF41029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9553" y="4172968"/>
              <a:ext cx="112871" cy="182880"/>
            </a:xfrm>
            <a:prstGeom prst="rect">
              <a:avLst/>
            </a:prstGeom>
          </p:spPr>
        </p:pic>
        <p:pic>
          <p:nvPicPr>
            <p:cNvPr id="350" name="Picture 349">
              <a:extLst>
                <a:ext uri="{FF2B5EF4-FFF2-40B4-BE49-F238E27FC236}">
                  <a16:creationId xmlns:a16="http://schemas.microsoft.com/office/drawing/2014/main" id="{F09187E7-04D0-4207-A9FF-46AC1B76D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943" y="4172968"/>
              <a:ext cx="112871" cy="182880"/>
            </a:xfrm>
            <a:prstGeom prst="rect">
              <a:avLst/>
            </a:prstGeom>
          </p:spPr>
        </p:pic>
        <p:pic>
          <p:nvPicPr>
            <p:cNvPr id="355" name="Picture 354">
              <a:extLst>
                <a:ext uri="{FF2B5EF4-FFF2-40B4-BE49-F238E27FC236}">
                  <a16:creationId xmlns:a16="http://schemas.microsoft.com/office/drawing/2014/main" id="{4AE7099C-3755-4D48-A357-8D53C081B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096" y="3861731"/>
              <a:ext cx="112871" cy="182880"/>
            </a:xfrm>
            <a:prstGeom prst="rect">
              <a:avLst/>
            </a:prstGeom>
          </p:spPr>
        </p:pic>
        <p:pic>
          <p:nvPicPr>
            <p:cNvPr id="360" name="Picture 359">
              <a:extLst>
                <a:ext uri="{FF2B5EF4-FFF2-40B4-BE49-F238E27FC236}">
                  <a16:creationId xmlns:a16="http://schemas.microsoft.com/office/drawing/2014/main" id="{C376B331-AAD9-4201-B507-37CB9A145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1486" y="3861731"/>
              <a:ext cx="112871" cy="182880"/>
            </a:xfrm>
            <a:prstGeom prst="rect">
              <a:avLst/>
            </a:prstGeom>
          </p:spPr>
        </p:pic>
        <p:pic>
          <p:nvPicPr>
            <p:cNvPr id="365" name="Picture 364">
              <a:extLst>
                <a:ext uri="{FF2B5EF4-FFF2-40B4-BE49-F238E27FC236}">
                  <a16:creationId xmlns:a16="http://schemas.microsoft.com/office/drawing/2014/main" id="{1DE7D6D6-D397-4476-BB79-C62B82A4C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9553" y="3861731"/>
              <a:ext cx="112871" cy="182880"/>
            </a:xfrm>
            <a:prstGeom prst="rect">
              <a:avLst/>
            </a:prstGeom>
          </p:spPr>
        </p:pic>
        <p:pic>
          <p:nvPicPr>
            <p:cNvPr id="366" name="Picture 365">
              <a:extLst>
                <a:ext uri="{FF2B5EF4-FFF2-40B4-BE49-F238E27FC236}">
                  <a16:creationId xmlns:a16="http://schemas.microsoft.com/office/drawing/2014/main" id="{2AE2A8B8-D56E-42EC-A783-AAEDB6C84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9943" y="3861731"/>
              <a:ext cx="112871" cy="182880"/>
            </a:xfrm>
            <a:prstGeom prst="rect">
              <a:avLst/>
            </a:prstGeom>
          </p:spPr>
        </p:pic>
        <p:pic>
          <p:nvPicPr>
            <p:cNvPr id="367" name="Picture 366">
              <a:extLst>
                <a:ext uri="{FF2B5EF4-FFF2-40B4-BE49-F238E27FC236}">
                  <a16:creationId xmlns:a16="http://schemas.microsoft.com/office/drawing/2014/main" id="{67503634-B302-43B4-862D-24A158771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096" y="3550493"/>
              <a:ext cx="112871" cy="182880"/>
            </a:xfrm>
            <a:prstGeom prst="rect">
              <a:avLst/>
            </a:prstGeom>
          </p:spPr>
        </p:pic>
        <p:pic>
          <p:nvPicPr>
            <p:cNvPr id="368" name="Picture 367">
              <a:extLst>
                <a:ext uri="{FF2B5EF4-FFF2-40B4-BE49-F238E27FC236}">
                  <a16:creationId xmlns:a16="http://schemas.microsoft.com/office/drawing/2014/main" id="{5A915C11-CEA9-45C6-9FD7-27C3E2328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1486" y="3550493"/>
              <a:ext cx="112871" cy="182880"/>
            </a:xfrm>
            <a:prstGeom prst="rect">
              <a:avLst/>
            </a:prstGeom>
          </p:spPr>
        </p:pic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AA695441-5B81-41FD-83A7-B5314A10E99F}"/>
                </a:ext>
              </a:extLst>
            </p:cNvPr>
            <p:cNvSpPr txBox="1"/>
            <p:nvPr/>
          </p:nvSpPr>
          <p:spPr>
            <a:xfrm>
              <a:off x="3724297" y="4447741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10/20</a:t>
              </a:r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98CF826C-477E-404C-BF62-5A8966974AFE}"/>
                </a:ext>
              </a:extLst>
            </p:cNvPr>
            <p:cNvSpPr txBox="1"/>
            <p:nvPr/>
          </p:nvSpPr>
          <p:spPr>
            <a:xfrm>
              <a:off x="3724297" y="2640754"/>
              <a:ext cx="822960" cy="153888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Run II</a:t>
              </a:r>
            </a:p>
          </p:txBody>
        </p:sp>
      </p:grp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52F4291-1098-4E3F-AACD-AD9CA64D5F97}"/>
              </a:ext>
            </a:extLst>
          </p:cNvPr>
          <p:cNvSpPr/>
          <p:nvPr/>
        </p:nvSpPr>
        <p:spPr>
          <a:xfrm>
            <a:off x="2221070" y="7950525"/>
            <a:ext cx="2883239" cy="1554480"/>
          </a:xfrm>
          <a:prstGeom prst="rect">
            <a:avLst/>
          </a:prstGeom>
          <a:noFill/>
          <a:ln w="12700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91" name="Picture 590">
            <a:extLst>
              <a:ext uri="{FF2B5EF4-FFF2-40B4-BE49-F238E27FC236}">
                <a16:creationId xmlns:a16="http://schemas.microsoft.com/office/drawing/2014/main" id="{AB93E6FC-2D86-4128-8AF7-83B83F46AD8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46" y="8026103"/>
            <a:ext cx="112871" cy="182880"/>
          </a:xfrm>
          <a:prstGeom prst="rect">
            <a:avLst/>
          </a:prstGeom>
        </p:spPr>
      </p:pic>
      <p:pic>
        <p:nvPicPr>
          <p:cNvPr id="592" name="Picture 591">
            <a:extLst>
              <a:ext uri="{FF2B5EF4-FFF2-40B4-BE49-F238E27FC236}">
                <a16:creationId xmlns:a16="http://schemas.microsoft.com/office/drawing/2014/main" id="{C8AC68EE-4060-4DF2-882C-90161E2AB0A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91" y="8026103"/>
            <a:ext cx="112871" cy="182880"/>
          </a:xfrm>
          <a:prstGeom prst="rect">
            <a:avLst/>
          </a:prstGeom>
        </p:spPr>
      </p:pic>
      <p:pic>
        <p:nvPicPr>
          <p:cNvPr id="595" name="Picture 594">
            <a:extLst>
              <a:ext uri="{FF2B5EF4-FFF2-40B4-BE49-F238E27FC236}">
                <a16:creationId xmlns:a16="http://schemas.microsoft.com/office/drawing/2014/main" id="{76D87F92-92EC-4612-B6F4-C6593152BBC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46" y="8959817"/>
            <a:ext cx="112871" cy="182880"/>
          </a:xfrm>
          <a:prstGeom prst="rect">
            <a:avLst/>
          </a:prstGeom>
        </p:spPr>
      </p:pic>
      <p:pic>
        <p:nvPicPr>
          <p:cNvPr id="596" name="Picture 595">
            <a:extLst>
              <a:ext uri="{FF2B5EF4-FFF2-40B4-BE49-F238E27FC236}">
                <a16:creationId xmlns:a16="http://schemas.microsoft.com/office/drawing/2014/main" id="{C6CF514A-77CB-4464-B9EA-C427A7DE86A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91" y="8959817"/>
            <a:ext cx="112871" cy="182880"/>
          </a:xfrm>
          <a:prstGeom prst="rect">
            <a:avLst/>
          </a:prstGeom>
        </p:spPr>
      </p:pic>
      <p:pic>
        <p:nvPicPr>
          <p:cNvPr id="598" name="Picture 597">
            <a:extLst>
              <a:ext uri="{FF2B5EF4-FFF2-40B4-BE49-F238E27FC236}">
                <a16:creationId xmlns:a16="http://schemas.microsoft.com/office/drawing/2014/main" id="{FBD94C75-3F8A-43A0-BBE6-C119547E59E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46" y="8648579"/>
            <a:ext cx="112871" cy="182880"/>
          </a:xfrm>
          <a:prstGeom prst="rect">
            <a:avLst/>
          </a:prstGeom>
        </p:spPr>
      </p:pic>
      <p:pic>
        <p:nvPicPr>
          <p:cNvPr id="599" name="Picture 598">
            <a:extLst>
              <a:ext uri="{FF2B5EF4-FFF2-40B4-BE49-F238E27FC236}">
                <a16:creationId xmlns:a16="http://schemas.microsoft.com/office/drawing/2014/main" id="{F8D5CDD4-70D3-4AA5-87FE-28E5AA98C6F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91" y="8648579"/>
            <a:ext cx="112871" cy="182880"/>
          </a:xfrm>
          <a:prstGeom prst="rect">
            <a:avLst/>
          </a:prstGeom>
        </p:spPr>
      </p:pic>
      <p:pic>
        <p:nvPicPr>
          <p:cNvPr id="602" name="Picture 601">
            <a:extLst>
              <a:ext uri="{FF2B5EF4-FFF2-40B4-BE49-F238E27FC236}">
                <a16:creationId xmlns:a16="http://schemas.microsoft.com/office/drawing/2014/main" id="{85F5200C-122C-433A-AF37-17C298662B5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46" y="8337341"/>
            <a:ext cx="112871" cy="182880"/>
          </a:xfrm>
          <a:prstGeom prst="rect">
            <a:avLst/>
          </a:prstGeom>
        </p:spPr>
      </p:pic>
      <p:pic>
        <p:nvPicPr>
          <p:cNvPr id="603" name="Picture 602">
            <a:extLst>
              <a:ext uri="{FF2B5EF4-FFF2-40B4-BE49-F238E27FC236}">
                <a16:creationId xmlns:a16="http://schemas.microsoft.com/office/drawing/2014/main" id="{8BECC0C2-45D3-468B-B49D-B60EB6E572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91" y="8337341"/>
            <a:ext cx="112871" cy="182880"/>
          </a:xfrm>
          <a:prstGeom prst="rect">
            <a:avLst/>
          </a:prstGeom>
        </p:spPr>
      </p:pic>
      <p:pic>
        <p:nvPicPr>
          <p:cNvPr id="651" name="Picture 650">
            <a:extLst>
              <a:ext uri="{FF2B5EF4-FFF2-40B4-BE49-F238E27FC236}">
                <a16:creationId xmlns:a16="http://schemas.microsoft.com/office/drawing/2014/main" id="{7663ACFE-167D-45CB-A042-FCE2E17CD10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36" y="8026103"/>
            <a:ext cx="112871" cy="182880"/>
          </a:xfrm>
          <a:prstGeom prst="rect">
            <a:avLst/>
          </a:prstGeom>
        </p:spPr>
      </p:pic>
      <p:pic>
        <p:nvPicPr>
          <p:cNvPr id="652" name="Picture 651">
            <a:extLst>
              <a:ext uri="{FF2B5EF4-FFF2-40B4-BE49-F238E27FC236}">
                <a16:creationId xmlns:a16="http://schemas.microsoft.com/office/drawing/2014/main" id="{932BAFE8-ECD0-4A8E-9C97-FEA676876B5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581" y="8026103"/>
            <a:ext cx="112871" cy="182880"/>
          </a:xfrm>
          <a:prstGeom prst="rect">
            <a:avLst/>
          </a:prstGeom>
        </p:spPr>
      </p:pic>
      <p:pic>
        <p:nvPicPr>
          <p:cNvPr id="653" name="Picture 652">
            <a:extLst>
              <a:ext uri="{FF2B5EF4-FFF2-40B4-BE49-F238E27FC236}">
                <a16:creationId xmlns:a16="http://schemas.microsoft.com/office/drawing/2014/main" id="{44B6823B-4471-4A2A-BDB0-E800011AD3E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36" y="8959817"/>
            <a:ext cx="112871" cy="182880"/>
          </a:xfrm>
          <a:prstGeom prst="rect">
            <a:avLst/>
          </a:prstGeom>
        </p:spPr>
      </p:pic>
      <p:pic>
        <p:nvPicPr>
          <p:cNvPr id="654" name="Picture 653">
            <a:extLst>
              <a:ext uri="{FF2B5EF4-FFF2-40B4-BE49-F238E27FC236}">
                <a16:creationId xmlns:a16="http://schemas.microsoft.com/office/drawing/2014/main" id="{181C8C4D-1100-4A27-BE1F-C224F10E573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581" y="8959817"/>
            <a:ext cx="112871" cy="182880"/>
          </a:xfrm>
          <a:prstGeom prst="rect">
            <a:avLst/>
          </a:prstGeom>
        </p:spPr>
      </p:pic>
      <p:pic>
        <p:nvPicPr>
          <p:cNvPr id="655" name="Picture 654">
            <a:extLst>
              <a:ext uri="{FF2B5EF4-FFF2-40B4-BE49-F238E27FC236}">
                <a16:creationId xmlns:a16="http://schemas.microsoft.com/office/drawing/2014/main" id="{9B6EE4E4-C72C-43E1-B7CD-9A512988C14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36" y="8648579"/>
            <a:ext cx="112871" cy="182880"/>
          </a:xfrm>
          <a:prstGeom prst="rect">
            <a:avLst/>
          </a:prstGeom>
        </p:spPr>
      </p:pic>
      <p:pic>
        <p:nvPicPr>
          <p:cNvPr id="656" name="Picture 655">
            <a:extLst>
              <a:ext uri="{FF2B5EF4-FFF2-40B4-BE49-F238E27FC236}">
                <a16:creationId xmlns:a16="http://schemas.microsoft.com/office/drawing/2014/main" id="{AADFAB3A-3F45-4315-8B80-F8B404A9CD9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581" y="8648579"/>
            <a:ext cx="112871" cy="182880"/>
          </a:xfrm>
          <a:prstGeom prst="rect">
            <a:avLst/>
          </a:prstGeom>
        </p:spPr>
      </p:pic>
      <p:pic>
        <p:nvPicPr>
          <p:cNvPr id="657" name="Picture 656">
            <a:extLst>
              <a:ext uri="{FF2B5EF4-FFF2-40B4-BE49-F238E27FC236}">
                <a16:creationId xmlns:a16="http://schemas.microsoft.com/office/drawing/2014/main" id="{436964DD-A260-45A4-B232-6B742720F51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36" y="8337341"/>
            <a:ext cx="112871" cy="182880"/>
          </a:xfrm>
          <a:prstGeom prst="rect">
            <a:avLst/>
          </a:prstGeom>
        </p:spPr>
      </p:pic>
      <p:pic>
        <p:nvPicPr>
          <p:cNvPr id="658" name="Picture 657">
            <a:extLst>
              <a:ext uri="{FF2B5EF4-FFF2-40B4-BE49-F238E27FC236}">
                <a16:creationId xmlns:a16="http://schemas.microsoft.com/office/drawing/2014/main" id="{10D4F14A-1EA3-4315-9E4C-2A40A190D55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581" y="8337341"/>
            <a:ext cx="112871" cy="182880"/>
          </a:xfrm>
          <a:prstGeom prst="rect">
            <a:avLst/>
          </a:prstGeom>
        </p:spPr>
      </p:pic>
      <p:pic>
        <p:nvPicPr>
          <p:cNvPr id="661" name="Picture 660">
            <a:extLst>
              <a:ext uri="{FF2B5EF4-FFF2-40B4-BE49-F238E27FC236}">
                <a16:creationId xmlns:a16="http://schemas.microsoft.com/office/drawing/2014/main" id="{B96671D0-C7C8-48EA-B22E-E4F046FF445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26" y="8026103"/>
            <a:ext cx="112871" cy="182880"/>
          </a:xfrm>
          <a:prstGeom prst="rect">
            <a:avLst/>
          </a:prstGeom>
        </p:spPr>
      </p:pic>
      <p:pic>
        <p:nvPicPr>
          <p:cNvPr id="662" name="Picture 661">
            <a:extLst>
              <a:ext uri="{FF2B5EF4-FFF2-40B4-BE49-F238E27FC236}">
                <a16:creationId xmlns:a16="http://schemas.microsoft.com/office/drawing/2014/main" id="{769E3F17-3278-4AD7-B0A1-C1B8BF81880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271" y="8026103"/>
            <a:ext cx="112871" cy="182880"/>
          </a:xfrm>
          <a:prstGeom prst="rect">
            <a:avLst/>
          </a:prstGeom>
        </p:spPr>
      </p:pic>
      <p:pic>
        <p:nvPicPr>
          <p:cNvPr id="663" name="Picture 662">
            <a:extLst>
              <a:ext uri="{FF2B5EF4-FFF2-40B4-BE49-F238E27FC236}">
                <a16:creationId xmlns:a16="http://schemas.microsoft.com/office/drawing/2014/main" id="{8E98F0A1-F6E0-40A2-A16A-203FAD341BD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26" y="8959817"/>
            <a:ext cx="112871" cy="182880"/>
          </a:xfrm>
          <a:prstGeom prst="rect">
            <a:avLst/>
          </a:prstGeom>
        </p:spPr>
      </p:pic>
      <p:pic>
        <p:nvPicPr>
          <p:cNvPr id="664" name="Picture 663">
            <a:extLst>
              <a:ext uri="{FF2B5EF4-FFF2-40B4-BE49-F238E27FC236}">
                <a16:creationId xmlns:a16="http://schemas.microsoft.com/office/drawing/2014/main" id="{18359822-65E3-4AE8-9E80-D9FFFAF10E7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271" y="8959817"/>
            <a:ext cx="112871" cy="182880"/>
          </a:xfrm>
          <a:prstGeom prst="rect">
            <a:avLst/>
          </a:prstGeom>
        </p:spPr>
      </p:pic>
      <p:pic>
        <p:nvPicPr>
          <p:cNvPr id="665" name="Picture 664">
            <a:extLst>
              <a:ext uri="{FF2B5EF4-FFF2-40B4-BE49-F238E27FC236}">
                <a16:creationId xmlns:a16="http://schemas.microsoft.com/office/drawing/2014/main" id="{4D8FB03F-E338-417C-A5EA-4A2D344060F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26" y="8648579"/>
            <a:ext cx="112871" cy="182880"/>
          </a:xfrm>
          <a:prstGeom prst="rect">
            <a:avLst/>
          </a:prstGeom>
        </p:spPr>
      </p:pic>
      <p:pic>
        <p:nvPicPr>
          <p:cNvPr id="666" name="Picture 665">
            <a:extLst>
              <a:ext uri="{FF2B5EF4-FFF2-40B4-BE49-F238E27FC236}">
                <a16:creationId xmlns:a16="http://schemas.microsoft.com/office/drawing/2014/main" id="{9226EBF3-CB93-45F3-BE1B-4649BD5E0EF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271" y="8648579"/>
            <a:ext cx="112871" cy="182880"/>
          </a:xfrm>
          <a:prstGeom prst="rect">
            <a:avLst/>
          </a:prstGeom>
        </p:spPr>
      </p:pic>
      <p:pic>
        <p:nvPicPr>
          <p:cNvPr id="667" name="Picture 666">
            <a:extLst>
              <a:ext uri="{FF2B5EF4-FFF2-40B4-BE49-F238E27FC236}">
                <a16:creationId xmlns:a16="http://schemas.microsoft.com/office/drawing/2014/main" id="{C85F3C81-F98A-4F32-B5B1-366C5DFDC99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26" y="8337341"/>
            <a:ext cx="112871" cy="182880"/>
          </a:xfrm>
          <a:prstGeom prst="rect">
            <a:avLst/>
          </a:prstGeom>
        </p:spPr>
      </p:pic>
      <p:pic>
        <p:nvPicPr>
          <p:cNvPr id="668" name="Picture 667">
            <a:extLst>
              <a:ext uri="{FF2B5EF4-FFF2-40B4-BE49-F238E27FC236}">
                <a16:creationId xmlns:a16="http://schemas.microsoft.com/office/drawing/2014/main" id="{AF24DE08-C6F4-4901-818B-A6276854AEB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271" y="8337341"/>
            <a:ext cx="112871" cy="182880"/>
          </a:xfrm>
          <a:prstGeom prst="rect">
            <a:avLst/>
          </a:prstGeom>
        </p:spPr>
      </p:pic>
      <p:pic>
        <p:nvPicPr>
          <p:cNvPr id="671" name="Picture 670">
            <a:extLst>
              <a:ext uri="{FF2B5EF4-FFF2-40B4-BE49-F238E27FC236}">
                <a16:creationId xmlns:a16="http://schemas.microsoft.com/office/drawing/2014/main" id="{F0789033-74EF-4980-9CFF-E82F2E3FC74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616" y="8026103"/>
            <a:ext cx="112871" cy="182880"/>
          </a:xfrm>
          <a:prstGeom prst="rect">
            <a:avLst/>
          </a:prstGeom>
        </p:spPr>
      </p:pic>
      <p:pic>
        <p:nvPicPr>
          <p:cNvPr id="672" name="Picture 671">
            <a:extLst>
              <a:ext uri="{FF2B5EF4-FFF2-40B4-BE49-F238E27FC236}">
                <a16:creationId xmlns:a16="http://schemas.microsoft.com/office/drawing/2014/main" id="{ADCD8F7E-95F2-4EE0-B93F-DBB542A637B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61" y="8026103"/>
            <a:ext cx="112871" cy="182880"/>
          </a:xfrm>
          <a:prstGeom prst="rect">
            <a:avLst/>
          </a:prstGeom>
        </p:spPr>
      </p:pic>
      <p:pic>
        <p:nvPicPr>
          <p:cNvPr id="673" name="Picture 672">
            <a:extLst>
              <a:ext uri="{FF2B5EF4-FFF2-40B4-BE49-F238E27FC236}">
                <a16:creationId xmlns:a16="http://schemas.microsoft.com/office/drawing/2014/main" id="{61B3E1AD-108B-418D-8C56-EAAAEE297B8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616" y="8959817"/>
            <a:ext cx="112871" cy="182880"/>
          </a:xfrm>
          <a:prstGeom prst="rect">
            <a:avLst/>
          </a:prstGeom>
        </p:spPr>
      </p:pic>
      <p:pic>
        <p:nvPicPr>
          <p:cNvPr id="674" name="Picture 673">
            <a:extLst>
              <a:ext uri="{FF2B5EF4-FFF2-40B4-BE49-F238E27FC236}">
                <a16:creationId xmlns:a16="http://schemas.microsoft.com/office/drawing/2014/main" id="{03BB0BB5-A1D7-4520-86AC-19955B8453F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61" y="8959817"/>
            <a:ext cx="112871" cy="182880"/>
          </a:xfrm>
          <a:prstGeom prst="rect">
            <a:avLst/>
          </a:prstGeom>
        </p:spPr>
      </p:pic>
      <p:pic>
        <p:nvPicPr>
          <p:cNvPr id="675" name="Picture 674">
            <a:extLst>
              <a:ext uri="{FF2B5EF4-FFF2-40B4-BE49-F238E27FC236}">
                <a16:creationId xmlns:a16="http://schemas.microsoft.com/office/drawing/2014/main" id="{861B4B0A-67CA-40FD-8FA6-1B4619D2FEC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616" y="8648579"/>
            <a:ext cx="112871" cy="182880"/>
          </a:xfrm>
          <a:prstGeom prst="rect">
            <a:avLst/>
          </a:prstGeom>
        </p:spPr>
      </p:pic>
      <p:pic>
        <p:nvPicPr>
          <p:cNvPr id="676" name="Picture 675">
            <a:extLst>
              <a:ext uri="{FF2B5EF4-FFF2-40B4-BE49-F238E27FC236}">
                <a16:creationId xmlns:a16="http://schemas.microsoft.com/office/drawing/2014/main" id="{A32B31A4-2575-41DC-955F-8685B4AE190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61" y="8648579"/>
            <a:ext cx="112871" cy="182880"/>
          </a:xfrm>
          <a:prstGeom prst="rect">
            <a:avLst/>
          </a:prstGeom>
        </p:spPr>
      </p:pic>
      <p:pic>
        <p:nvPicPr>
          <p:cNvPr id="677" name="Picture 676">
            <a:extLst>
              <a:ext uri="{FF2B5EF4-FFF2-40B4-BE49-F238E27FC236}">
                <a16:creationId xmlns:a16="http://schemas.microsoft.com/office/drawing/2014/main" id="{3FD4D2FD-EDD5-4D89-B2E4-5736C9DC473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616" y="8337341"/>
            <a:ext cx="112871" cy="182880"/>
          </a:xfrm>
          <a:prstGeom prst="rect">
            <a:avLst/>
          </a:prstGeom>
        </p:spPr>
      </p:pic>
      <p:pic>
        <p:nvPicPr>
          <p:cNvPr id="678" name="Picture 677">
            <a:extLst>
              <a:ext uri="{FF2B5EF4-FFF2-40B4-BE49-F238E27FC236}">
                <a16:creationId xmlns:a16="http://schemas.microsoft.com/office/drawing/2014/main" id="{DB9DF2D2-C75D-4127-8CBA-77593DE4F64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61" y="8337341"/>
            <a:ext cx="112871" cy="182880"/>
          </a:xfrm>
          <a:prstGeom prst="rect">
            <a:avLst/>
          </a:prstGeom>
        </p:spPr>
      </p:pic>
      <p:pic>
        <p:nvPicPr>
          <p:cNvPr id="681" name="Picture 680">
            <a:extLst>
              <a:ext uri="{FF2B5EF4-FFF2-40B4-BE49-F238E27FC236}">
                <a16:creationId xmlns:a16="http://schemas.microsoft.com/office/drawing/2014/main" id="{6253C794-9F4B-42DB-A224-CEDB1EFB2A8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6" y="8026103"/>
            <a:ext cx="112871" cy="182880"/>
          </a:xfrm>
          <a:prstGeom prst="rect">
            <a:avLst/>
          </a:prstGeom>
        </p:spPr>
      </p:pic>
      <p:pic>
        <p:nvPicPr>
          <p:cNvPr id="682" name="Picture 681">
            <a:extLst>
              <a:ext uri="{FF2B5EF4-FFF2-40B4-BE49-F238E27FC236}">
                <a16:creationId xmlns:a16="http://schemas.microsoft.com/office/drawing/2014/main" id="{125DD151-1559-40F6-A431-EEBBD88123C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51" y="8026103"/>
            <a:ext cx="112871" cy="182880"/>
          </a:xfrm>
          <a:prstGeom prst="rect">
            <a:avLst/>
          </a:prstGeom>
        </p:spPr>
      </p:pic>
      <p:pic>
        <p:nvPicPr>
          <p:cNvPr id="683" name="Picture 682">
            <a:extLst>
              <a:ext uri="{FF2B5EF4-FFF2-40B4-BE49-F238E27FC236}">
                <a16:creationId xmlns:a16="http://schemas.microsoft.com/office/drawing/2014/main" id="{FC1D7D04-0D16-4497-B78F-AE461AE24B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6" y="8959817"/>
            <a:ext cx="112871" cy="182880"/>
          </a:xfrm>
          <a:prstGeom prst="rect">
            <a:avLst/>
          </a:prstGeom>
        </p:spPr>
      </p:pic>
      <p:pic>
        <p:nvPicPr>
          <p:cNvPr id="684" name="Picture 683">
            <a:extLst>
              <a:ext uri="{FF2B5EF4-FFF2-40B4-BE49-F238E27FC236}">
                <a16:creationId xmlns:a16="http://schemas.microsoft.com/office/drawing/2014/main" id="{E1CBBCC1-F832-4685-A701-E3AFE0CC823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51" y="8959817"/>
            <a:ext cx="112871" cy="182880"/>
          </a:xfrm>
          <a:prstGeom prst="rect">
            <a:avLst/>
          </a:prstGeom>
        </p:spPr>
      </p:pic>
      <p:pic>
        <p:nvPicPr>
          <p:cNvPr id="685" name="Picture 684">
            <a:extLst>
              <a:ext uri="{FF2B5EF4-FFF2-40B4-BE49-F238E27FC236}">
                <a16:creationId xmlns:a16="http://schemas.microsoft.com/office/drawing/2014/main" id="{1776AEC1-7CFD-44FE-8CC4-647C1060A6F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6" y="8648579"/>
            <a:ext cx="112871" cy="182880"/>
          </a:xfrm>
          <a:prstGeom prst="rect">
            <a:avLst/>
          </a:prstGeom>
        </p:spPr>
      </p:pic>
      <p:pic>
        <p:nvPicPr>
          <p:cNvPr id="686" name="Picture 685">
            <a:extLst>
              <a:ext uri="{FF2B5EF4-FFF2-40B4-BE49-F238E27FC236}">
                <a16:creationId xmlns:a16="http://schemas.microsoft.com/office/drawing/2014/main" id="{ABDF7D83-4431-4EA4-9ED3-AD938E52C5A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51" y="8648579"/>
            <a:ext cx="112871" cy="182880"/>
          </a:xfrm>
          <a:prstGeom prst="rect">
            <a:avLst/>
          </a:prstGeom>
        </p:spPr>
      </p:pic>
      <p:pic>
        <p:nvPicPr>
          <p:cNvPr id="687" name="Picture 686">
            <a:extLst>
              <a:ext uri="{FF2B5EF4-FFF2-40B4-BE49-F238E27FC236}">
                <a16:creationId xmlns:a16="http://schemas.microsoft.com/office/drawing/2014/main" id="{F4359CEE-C0D1-4DC2-BC01-427A7FA6733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6" y="8337341"/>
            <a:ext cx="112871" cy="182880"/>
          </a:xfrm>
          <a:prstGeom prst="rect">
            <a:avLst/>
          </a:prstGeom>
        </p:spPr>
      </p:pic>
      <p:pic>
        <p:nvPicPr>
          <p:cNvPr id="688" name="Picture 687">
            <a:extLst>
              <a:ext uri="{FF2B5EF4-FFF2-40B4-BE49-F238E27FC236}">
                <a16:creationId xmlns:a16="http://schemas.microsoft.com/office/drawing/2014/main" id="{B7DD355B-E834-4EF8-87A7-CF0BF3FA102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51" y="8337341"/>
            <a:ext cx="112871" cy="182880"/>
          </a:xfrm>
          <a:prstGeom prst="rect">
            <a:avLst/>
          </a:prstGeom>
        </p:spPr>
      </p:pic>
      <p:pic>
        <p:nvPicPr>
          <p:cNvPr id="691" name="Picture 690">
            <a:extLst>
              <a:ext uri="{FF2B5EF4-FFF2-40B4-BE49-F238E27FC236}">
                <a16:creationId xmlns:a16="http://schemas.microsoft.com/office/drawing/2014/main" id="{FBBDA0D5-0CA6-4985-B6C6-96E351AED5A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96" y="8026103"/>
            <a:ext cx="112871" cy="182880"/>
          </a:xfrm>
          <a:prstGeom prst="rect">
            <a:avLst/>
          </a:prstGeom>
        </p:spPr>
      </p:pic>
      <p:pic>
        <p:nvPicPr>
          <p:cNvPr id="692" name="Picture 691">
            <a:extLst>
              <a:ext uri="{FF2B5EF4-FFF2-40B4-BE49-F238E27FC236}">
                <a16:creationId xmlns:a16="http://schemas.microsoft.com/office/drawing/2014/main" id="{9D6BA2AA-66E0-4EBD-A243-040C479E61B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341" y="8026103"/>
            <a:ext cx="112871" cy="182880"/>
          </a:xfrm>
          <a:prstGeom prst="rect">
            <a:avLst/>
          </a:prstGeom>
        </p:spPr>
      </p:pic>
      <p:pic>
        <p:nvPicPr>
          <p:cNvPr id="693" name="Picture 692">
            <a:extLst>
              <a:ext uri="{FF2B5EF4-FFF2-40B4-BE49-F238E27FC236}">
                <a16:creationId xmlns:a16="http://schemas.microsoft.com/office/drawing/2014/main" id="{C41709D2-1BE2-4E95-A6B9-D71ADF26D23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96" y="8959817"/>
            <a:ext cx="112871" cy="182880"/>
          </a:xfrm>
          <a:prstGeom prst="rect">
            <a:avLst/>
          </a:prstGeom>
        </p:spPr>
      </p:pic>
      <p:pic>
        <p:nvPicPr>
          <p:cNvPr id="694" name="Picture 693">
            <a:extLst>
              <a:ext uri="{FF2B5EF4-FFF2-40B4-BE49-F238E27FC236}">
                <a16:creationId xmlns:a16="http://schemas.microsoft.com/office/drawing/2014/main" id="{ABCB9207-92DF-4AE7-82E9-45DF6E4BB01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341" y="8959817"/>
            <a:ext cx="112871" cy="182880"/>
          </a:xfrm>
          <a:prstGeom prst="rect">
            <a:avLst/>
          </a:prstGeom>
        </p:spPr>
      </p:pic>
      <p:pic>
        <p:nvPicPr>
          <p:cNvPr id="695" name="Picture 694">
            <a:extLst>
              <a:ext uri="{FF2B5EF4-FFF2-40B4-BE49-F238E27FC236}">
                <a16:creationId xmlns:a16="http://schemas.microsoft.com/office/drawing/2014/main" id="{5CC99D34-825B-4AEC-B256-F16C72425BB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96" y="8648579"/>
            <a:ext cx="112871" cy="182880"/>
          </a:xfrm>
          <a:prstGeom prst="rect">
            <a:avLst/>
          </a:prstGeom>
        </p:spPr>
      </p:pic>
      <p:pic>
        <p:nvPicPr>
          <p:cNvPr id="696" name="Picture 695">
            <a:extLst>
              <a:ext uri="{FF2B5EF4-FFF2-40B4-BE49-F238E27FC236}">
                <a16:creationId xmlns:a16="http://schemas.microsoft.com/office/drawing/2014/main" id="{B479B86E-36CD-4DA9-98AA-435415C70B9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341" y="8648579"/>
            <a:ext cx="112871" cy="182880"/>
          </a:xfrm>
          <a:prstGeom prst="rect">
            <a:avLst/>
          </a:prstGeom>
        </p:spPr>
      </p:pic>
      <p:pic>
        <p:nvPicPr>
          <p:cNvPr id="697" name="Picture 696">
            <a:extLst>
              <a:ext uri="{FF2B5EF4-FFF2-40B4-BE49-F238E27FC236}">
                <a16:creationId xmlns:a16="http://schemas.microsoft.com/office/drawing/2014/main" id="{8CCAD3A9-C709-43AE-92A7-D3AD6258320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96" y="8337341"/>
            <a:ext cx="112871" cy="182880"/>
          </a:xfrm>
          <a:prstGeom prst="rect">
            <a:avLst/>
          </a:prstGeom>
        </p:spPr>
      </p:pic>
      <p:pic>
        <p:nvPicPr>
          <p:cNvPr id="698" name="Picture 697">
            <a:extLst>
              <a:ext uri="{FF2B5EF4-FFF2-40B4-BE49-F238E27FC236}">
                <a16:creationId xmlns:a16="http://schemas.microsoft.com/office/drawing/2014/main" id="{63031274-A6A8-422D-89BD-2152D86DC9C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341" y="8337341"/>
            <a:ext cx="112871" cy="182880"/>
          </a:xfrm>
          <a:prstGeom prst="rect">
            <a:avLst/>
          </a:prstGeom>
        </p:spPr>
      </p:pic>
      <p:pic>
        <p:nvPicPr>
          <p:cNvPr id="701" name="Picture 700">
            <a:extLst>
              <a:ext uri="{FF2B5EF4-FFF2-40B4-BE49-F238E27FC236}">
                <a16:creationId xmlns:a16="http://schemas.microsoft.com/office/drawing/2014/main" id="{0C92D23C-F12D-4A3B-807B-1515DFECB27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86" y="8026103"/>
            <a:ext cx="112871" cy="182880"/>
          </a:xfrm>
          <a:prstGeom prst="rect">
            <a:avLst/>
          </a:prstGeom>
        </p:spPr>
      </p:pic>
      <p:pic>
        <p:nvPicPr>
          <p:cNvPr id="702" name="Picture 701">
            <a:extLst>
              <a:ext uri="{FF2B5EF4-FFF2-40B4-BE49-F238E27FC236}">
                <a16:creationId xmlns:a16="http://schemas.microsoft.com/office/drawing/2014/main" id="{77508377-971E-4037-991A-A865186D05F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31" y="8026103"/>
            <a:ext cx="112871" cy="182880"/>
          </a:xfrm>
          <a:prstGeom prst="rect">
            <a:avLst/>
          </a:prstGeom>
        </p:spPr>
      </p:pic>
      <p:pic>
        <p:nvPicPr>
          <p:cNvPr id="703" name="Picture 702">
            <a:extLst>
              <a:ext uri="{FF2B5EF4-FFF2-40B4-BE49-F238E27FC236}">
                <a16:creationId xmlns:a16="http://schemas.microsoft.com/office/drawing/2014/main" id="{CDEEBA4D-2DEC-456D-BCD4-378A95EEDE8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86" y="8959817"/>
            <a:ext cx="112871" cy="182880"/>
          </a:xfrm>
          <a:prstGeom prst="rect">
            <a:avLst/>
          </a:prstGeom>
        </p:spPr>
      </p:pic>
      <p:pic>
        <p:nvPicPr>
          <p:cNvPr id="704" name="Picture 703">
            <a:extLst>
              <a:ext uri="{FF2B5EF4-FFF2-40B4-BE49-F238E27FC236}">
                <a16:creationId xmlns:a16="http://schemas.microsoft.com/office/drawing/2014/main" id="{5C0E2379-00CC-4F5E-9B04-55D5CF9BE93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31" y="8959817"/>
            <a:ext cx="112871" cy="182880"/>
          </a:xfrm>
          <a:prstGeom prst="rect">
            <a:avLst/>
          </a:prstGeom>
        </p:spPr>
      </p:pic>
      <p:pic>
        <p:nvPicPr>
          <p:cNvPr id="705" name="Picture 704">
            <a:extLst>
              <a:ext uri="{FF2B5EF4-FFF2-40B4-BE49-F238E27FC236}">
                <a16:creationId xmlns:a16="http://schemas.microsoft.com/office/drawing/2014/main" id="{75895A1F-D13D-4AB3-B19D-4EAA15AB7B1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86" y="8648579"/>
            <a:ext cx="112871" cy="182880"/>
          </a:xfrm>
          <a:prstGeom prst="rect">
            <a:avLst/>
          </a:prstGeom>
        </p:spPr>
      </p:pic>
      <p:pic>
        <p:nvPicPr>
          <p:cNvPr id="706" name="Picture 705">
            <a:extLst>
              <a:ext uri="{FF2B5EF4-FFF2-40B4-BE49-F238E27FC236}">
                <a16:creationId xmlns:a16="http://schemas.microsoft.com/office/drawing/2014/main" id="{114D6EA1-7109-438E-92D2-68B57BD85E0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31" y="8648579"/>
            <a:ext cx="112871" cy="182880"/>
          </a:xfrm>
          <a:prstGeom prst="rect">
            <a:avLst/>
          </a:prstGeom>
        </p:spPr>
      </p:pic>
      <p:pic>
        <p:nvPicPr>
          <p:cNvPr id="707" name="Picture 706">
            <a:extLst>
              <a:ext uri="{FF2B5EF4-FFF2-40B4-BE49-F238E27FC236}">
                <a16:creationId xmlns:a16="http://schemas.microsoft.com/office/drawing/2014/main" id="{8E87D79D-8402-46D2-AFA6-1E6FA13B66B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86" y="8337341"/>
            <a:ext cx="112871" cy="182880"/>
          </a:xfrm>
          <a:prstGeom prst="rect">
            <a:avLst/>
          </a:prstGeom>
        </p:spPr>
      </p:pic>
      <p:pic>
        <p:nvPicPr>
          <p:cNvPr id="708" name="Picture 707">
            <a:extLst>
              <a:ext uri="{FF2B5EF4-FFF2-40B4-BE49-F238E27FC236}">
                <a16:creationId xmlns:a16="http://schemas.microsoft.com/office/drawing/2014/main" id="{1C28C2BA-8AAB-416B-BDB6-64E0AAED140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31" y="8337341"/>
            <a:ext cx="112871" cy="182880"/>
          </a:xfrm>
          <a:prstGeom prst="rect">
            <a:avLst/>
          </a:prstGeom>
        </p:spPr>
      </p:pic>
      <p:pic>
        <p:nvPicPr>
          <p:cNvPr id="711" name="Picture 710">
            <a:extLst>
              <a:ext uri="{FF2B5EF4-FFF2-40B4-BE49-F238E27FC236}">
                <a16:creationId xmlns:a16="http://schemas.microsoft.com/office/drawing/2014/main" id="{CC7735A8-AADA-4AAA-9833-0480471A57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376" y="8026103"/>
            <a:ext cx="112871" cy="182880"/>
          </a:xfrm>
          <a:prstGeom prst="rect">
            <a:avLst/>
          </a:prstGeom>
        </p:spPr>
      </p:pic>
      <p:pic>
        <p:nvPicPr>
          <p:cNvPr id="712" name="Picture 711">
            <a:extLst>
              <a:ext uri="{FF2B5EF4-FFF2-40B4-BE49-F238E27FC236}">
                <a16:creationId xmlns:a16="http://schemas.microsoft.com/office/drawing/2014/main" id="{96197F3C-AA5F-4E41-A8AA-F8E05A399A5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21" y="8026103"/>
            <a:ext cx="112871" cy="182880"/>
          </a:xfrm>
          <a:prstGeom prst="rect">
            <a:avLst/>
          </a:prstGeom>
        </p:spPr>
      </p:pic>
      <p:pic>
        <p:nvPicPr>
          <p:cNvPr id="713" name="Picture 712">
            <a:extLst>
              <a:ext uri="{FF2B5EF4-FFF2-40B4-BE49-F238E27FC236}">
                <a16:creationId xmlns:a16="http://schemas.microsoft.com/office/drawing/2014/main" id="{34E28B06-7049-4B1A-A6A5-D02CDBC9F31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376" y="8959817"/>
            <a:ext cx="112871" cy="182880"/>
          </a:xfrm>
          <a:prstGeom prst="rect">
            <a:avLst/>
          </a:prstGeom>
        </p:spPr>
      </p:pic>
      <p:pic>
        <p:nvPicPr>
          <p:cNvPr id="714" name="Picture 713">
            <a:extLst>
              <a:ext uri="{FF2B5EF4-FFF2-40B4-BE49-F238E27FC236}">
                <a16:creationId xmlns:a16="http://schemas.microsoft.com/office/drawing/2014/main" id="{7E45BF53-C44F-4398-AE89-E9860AF35E0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21" y="8959817"/>
            <a:ext cx="112871" cy="182880"/>
          </a:xfrm>
          <a:prstGeom prst="rect">
            <a:avLst/>
          </a:prstGeom>
        </p:spPr>
      </p:pic>
      <p:pic>
        <p:nvPicPr>
          <p:cNvPr id="715" name="Picture 714">
            <a:extLst>
              <a:ext uri="{FF2B5EF4-FFF2-40B4-BE49-F238E27FC236}">
                <a16:creationId xmlns:a16="http://schemas.microsoft.com/office/drawing/2014/main" id="{648A0973-6A97-4916-B67B-09046BBF4B4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376" y="8648579"/>
            <a:ext cx="112871" cy="182880"/>
          </a:xfrm>
          <a:prstGeom prst="rect">
            <a:avLst/>
          </a:prstGeom>
        </p:spPr>
      </p:pic>
      <p:pic>
        <p:nvPicPr>
          <p:cNvPr id="716" name="Picture 715">
            <a:extLst>
              <a:ext uri="{FF2B5EF4-FFF2-40B4-BE49-F238E27FC236}">
                <a16:creationId xmlns:a16="http://schemas.microsoft.com/office/drawing/2014/main" id="{D63027C8-E54C-4303-BF69-D4CB378DEAF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21" y="8648579"/>
            <a:ext cx="112871" cy="182880"/>
          </a:xfrm>
          <a:prstGeom prst="rect">
            <a:avLst/>
          </a:prstGeom>
        </p:spPr>
      </p:pic>
      <p:pic>
        <p:nvPicPr>
          <p:cNvPr id="717" name="Picture 716">
            <a:extLst>
              <a:ext uri="{FF2B5EF4-FFF2-40B4-BE49-F238E27FC236}">
                <a16:creationId xmlns:a16="http://schemas.microsoft.com/office/drawing/2014/main" id="{379B9DAD-9C50-4E9D-AA18-6EAD17DDBA7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376" y="8337341"/>
            <a:ext cx="112871" cy="182880"/>
          </a:xfrm>
          <a:prstGeom prst="rect">
            <a:avLst/>
          </a:prstGeom>
        </p:spPr>
      </p:pic>
      <p:pic>
        <p:nvPicPr>
          <p:cNvPr id="718" name="Picture 717">
            <a:extLst>
              <a:ext uri="{FF2B5EF4-FFF2-40B4-BE49-F238E27FC236}">
                <a16:creationId xmlns:a16="http://schemas.microsoft.com/office/drawing/2014/main" id="{E76729F3-F4C6-4AD4-8276-0E8D610BE0A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21" y="8337341"/>
            <a:ext cx="112871" cy="182880"/>
          </a:xfrm>
          <a:prstGeom prst="rect">
            <a:avLst/>
          </a:prstGeom>
        </p:spPr>
      </p:pic>
      <p:pic>
        <p:nvPicPr>
          <p:cNvPr id="721" name="Picture 720">
            <a:extLst>
              <a:ext uri="{FF2B5EF4-FFF2-40B4-BE49-F238E27FC236}">
                <a16:creationId xmlns:a16="http://schemas.microsoft.com/office/drawing/2014/main" id="{C947AF06-8111-4FBD-9A33-146F6440C6F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66" y="8026103"/>
            <a:ext cx="112871" cy="182880"/>
          </a:xfrm>
          <a:prstGeom prst="rect">
            <a:avLst/>
          </a:prstGeom>
        </p:spPr>
      </p:pic>
      <p:pic>
        <p:nvPicPr>
          <p:cNvPr id="722" name="Picture 721">
            <a:extLst>
              <a:ext uri="{FF2B5EF4-FFF2-40B4-BE49-F238E27FC236}">
                <a16:creationId xmlns:a16="http://schemas.microsoft.com/office/drawing/2014/main" id="{0382C67C-EDA9-4126-B506-F04AC22D3CF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56" y="8026103"/>
            <a:ext cx="112871" cy="182880"/>
          </a:xfrm>
          <a:prstGeom prst="rect">
            <a:avLst/>
          </a:prstGeom>
        </p:spPr>
      </p:pic>
      <p:pic>
        <p:nvPicPr>
          <p:cNvPr id="723" name="Picture 722">
            <a:extLst>
              <a:ext uri="{FF2B5EF4-FFF2-40B4-BE49-F238E27FC236}">
                <a16:creationId xmlns:a16="http://schemas.microsoft.com/office/drawing/2014/main" id="{658187DA-D4E2-4F93-AE28-DF05D83CDC4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66" y="8959817"/>
            <a:ext cx="112871" cy="182880"/>
          </a:xfrm>
          <a:prstGeom prst="rect">
            <a:avLst/>
          </a:prstGeom>
        </p:spPr>
      </p:pic>
      <p:pic>
        <p:nvPicPr>
          <p:cNvPr id="724" name="Picture 723">
            <a:extLst>
              <a:ext uri="{FF2B5EF4-FFF2-40B4-BE49-F238E27FC236}">
                <a16:creationId xmlns:a16="http://schemas.microsoft.com/office/drawing/2014/main" id="{547544EE-4314-4266-9B06-6BC78744F86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56" y="8959817"/>
            <a:ext cx="112871" cy="182880"/>
          </a:xfrm>
          <a:prstGeom prst="rect">
            <a:avLst/>
          </a:prstGeom>
        </p:spPr>
      </p:pic>
      <p:pic>
        <p:nvPicPr>
          <p:cNvPr id="725" name="Picture 724">
            <a:extLst>
              <a:ext uri="{FF2B5EF4-FFF2-40B4-BE49-F238E27FC236}">
                <a16:creationId xmlns:a16="http://schemas.microsoft.com/office/drawing/2014/main" id="{65898BFE-7455-4C85-A881-2B9DF7E3618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66" y="8648579"/>
            <a:ext cx="112871" cy="182880"/>
          </a:xfrm>
          <a:prstGeom prst="rect">
            <a:avLst/>
          </a:prstGeom>
        </p:spPr>
      </p:pic>
      <p:pic>
        <p:nvPicPr>
          <p:cNvPr id="726" name="Picture 725">
            <a:extLst>
              <a:ext uri="{FF2B5EF4-FFF2-40B4-BE49-F238E27FC236}">
                <a16:creationId xmlns:a16="http://schemas.microsoft.com/office/drawing/2014/main" id="{BF5F7DB3-FE4E-4B37-8011-2A5E9A4F7C5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56" y="8648579"/>
            <a:ext cx="112871" cy="182880"/>
          </a:xfrm>
          <a:prstGeom prst="rect">
            <a:avLst/>
          </a:prstGeom>
        </p:spPr>
      </p:pic>
      <p:pic>
        <p:nvPicPr>
          <p:cNvPr id="727" name="Picture 726">
            <a:extLst>
              <a:ext uri="{FF2B5EF4-FFF2-40B4-BE49-F238E27FC236}">
                <a16:creationId xmlns:a16="http://schemas.microsoft.com/office/drawing/2014/main" id="{9BB2294D-5312-46D6-97C1-979CDD667A2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66" y="8337341"/>
            <a:ext cx="112871" cy="182880"/>
          </a:xfrm>
          <a:prstGeom prst="rect">
            <a:avLst/>
          </a:prstGeom>
        </p:spPr>
      </p:pic>
      <p:pic>
        <p:nvPicPr>
          <p:cNvPr id="728" name="Picture 727">
            <a:extLst>
              <a:ext uri="{FF2B5EF4-FFF2-40B4-BE49-F238E27FC236}">
                <a16:creationId xmlns:a16="http://schemas.microsoft.com/office/drawing/2014/main" id="{FFC71740-7E76-41AD-AE8A-150C6F06B1B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56" y="8337341"/>
            <a:ext cx="112871" cy="182880"/>
          </a:xfrm>
          <a:prstGeom prst="rect">
            <a:avLst/>
          </a:prstGeom>
        </p:spPr>
      </p:pic>
      <p:pic>
        <p:nvPicPr>
          <p:cNvPr id="731" name="Picture 730">
            <a:extLst>
              <a:ext uri="{FF2B5EF4-FFF2-40B4-BE49-F238E27FC236}">
                <a16:creationId xmlns:a16="http://schemas.microsoft.com/office/drawing/2014/main" id="{51099CA3-24A0-4A2A-8FC6-46FA8C2778E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11" y="8026103"/>
            <a:ext cx="112871" cy="182880"/>
          </a:xfrm>
          <a:prstGeom prst="rect">
            <a:avLst/>
          </a:prstGeom>
        </p:spPr>
      </p:pic>
      <p:pic>
        <p:nvPicPr>
          <p:cNvPr id="732" name="Picture 731">
            <a:extLst>
              <a:ext uri="{FF2B5EF4-FFF2-40B4-BE49-F238E27FC236}">
                <a16:creationId xmlns:a16="http://schemas.microsoft.com/office/drawing/2014/main" id="{3FCD9959-3A1E-430C-9C0F-1C1E5665F1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8026103"/>
            <a:ext cx="112871" cy="182880"/>
          </a:xfrm>
          <a:prstGeom prst="rect">
            <a:avLst/>
          </a:prstGeom>
        </p:spPr>
      </p:pic>
      <p:pic>
        <p:nvPicPr>
          <p:cNvPr id="733" name="Picture 732">
            <a:extLst>
              <a:ext uri="{FF2B5EF4-FFF2-40B4-BE49-F238E27FC236}">
                <a16:creationId xmlns:a16="http://schemas.microsoft.com/office/drawing/2014/main" id="{5A9A24CE-0208-4A88-890A-C213D748BE3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11" y="8959817"/>
            <a:ext cx="112871" cy="182880"/>
          </a:xfrm>
          <a:prstGeom prst="rect">
            <a:avLst/>
          </a:prstGeom>
        </p:spPr>
      </p:pic>
      <p:pic>
        <p:nvPicPr>
          <p:cNvPr id="734" name="Picture 733">
            <a:extLst>
              <a:ext uri="{FF2B5EF4-FFF2-40B4-BE49-F238E27FC236}">
                <a16:creationId xmlns:a16="http://schemas.microsoft.com/office/drawing/2014/main" id="{852DBE9C-E884-4844-9D36-597A072A7B5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8959817"/>
            <a:ext cx="112871" cy="182880"/>
          </a:xfrm>
          <a:prstGeom prst="rect">
            <a:avLst/>
          </a:prstGeom>
        </p:spPr>
      </p:pic>
      <p:pic>
        <p:nvPicPr>
          <p:cNvPr id="735" name="Picture 734">
            <a:extLst>
              <a:ext uri="{FF2B5EF4-FFF2-40B4-BE49-F238E27FC236}">
                <a16:creationId xmlns:a16="http://schemas.microsoft.com/office/drawing/2014/main" id="{CEA3B98D-5145-4C54-A86A-EDBD119A472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11" y="8648579"/>
            <a:ext cx="112871" cy="182880"/>
          </a:xfrm>
          <a:prstGeom prst="rect">
            <a:avLst/>
          </a:prstGeom>
        </p:spPr>
      </p:pic>
      <p:pic>
        <p:nvPicPr>
          <p:cNvPr id="736" name="Picture 735">
            <a:extLst>
              <a:ext uri="{FF2B5EF4-FFF2-40B4-BE49-F238E27FC236}">
                <a16:creationId xmlns:a16="http://schemas.microsoft.com/office/drawing/2014/main" id="{2FEFF6DC-85BF-42F2-844E-AE1BDFBBFB0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8648579"/>
            <a:ext cx="112871" cy="182880"/>
          </a:xfrm>
          <a:prstGeom prst="rect">
            <a:avLst/>
          </a:prstGeom>
        </p:spPr>
      </p:pic>
      <p:pic>
        <p:nvPicPr>
          <p:cNvPr id="737" name="Picture 736">
            <a:extLst>
              <a:ext uri="{FF2B5EF4-FFF2-40B4-BE49-F238E27FC236}">
                <a16:creationId xmlns:a16="http://schemas.microsoft.com/office/drawing/2014/main" id="{7596A4CE-1D6A-4336-8DA7-80A2687D85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11" y="8337341"/>
            <a:ext cx="112871" cy="182880"/>
          </a:xfrm>
          <a:prstGeom prst="rect">
            <a:avLst/>
          </a:prstGeom>
        </p:spPr>
      </p:pic>
      <p:pic>
        <p:nvPicPr>
          <p:cNvPr id="738" name="Picture 737">
            <a:extLst>
              <a:ext uri="{FF2B5EF4-FFF2-40B4-BE49-F238E27FC236}">
                <a16:creationId xmlns:a16="http://schemas.microsoft.com/office/drawing/2014/main" id="{BECDC799-9E43-4B1A-984A-AAE95D52F7D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8337341"/>
            <a:ext cx="112871" cy="182880"/>
          </a:xfrm>
          <a:prstGeom prst="rect">
            <a:avLst/>
          </a:prstGeom>
        </p:spPr>
      </p:pic>
      <p:pic>
        <p:nvPicPr>
          <p:cNvPr id="741" name="Picture 740">
            <a:extLst>
              <a:ext uri="{FF2B5EF4-FFF2-40B4-BE49-F238E27FC236}">
                <a16:creationId xmlns:a16="http://schemas.microsoft.com/office/drawing/2014/main" id="{C0E2DE44-5B68-48B4-8EF4-F9A20D7CF50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46" y="9271054"/>
            <a:ext cx="112871" cy="182880"/>
          </a:xfrm>
          <a:prstGeom prst="rect">
            <a:avLst/>
          </a:prstGeom>
        </p:spPr>
      </p:pic>
      <p:pic>
        <p:nvPicPr>
          <p:cNvPr id="742" name="Picture 741">
            <a:extLst>
              <a:ext uri="{FF2B5EF4-FFF2-40B4-BE49-F238E27FC236}">
                <a16:creationId xmlns:a16="http://schemas.microsoft.com/office/drawing/2014/main" id="{907AB5D7-A20E-457B-8E7A-CB770BD1EEF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101" y="9271054"/>
            <a:ext cx="112871" cy="182880"/>
          </a:xfrm>
          <a:prstGeom prst="rect">
            <a:avLst/>
          </a:prstGeom>
        </p:spPr>
      </p:pic>
      <p:pic>
        <p:nvPicPr>
          <p:cNvPr id="743" name="Picture 742">
            <a:extLst>
              <a:ext uri="{FF2B5EF4-FFF2-40B4-BE49-F238E27FC236}">
                <a16:creationId xmlns:a16="http://schemas.microsoft.com/office/drawing/2014/main" id="{286F9081-DDA8-432E-A03A-54434DB6959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91" y="9271054"/>
            <a:ext cx="112871" cy="182880"/>
          </a:xfrm>
          <a:prstGeom prst="rect">
            <a:avLst/>
          </a:prstGeom>
        </p:spPr>
      </p:pic>
      <p:pic>
        <p:nvPicPr>
          <p:cNvPr id="744" name="Picture 743">
            <a:extLst>
              <a:ext uri="{FF2B5EF4-FFF2-40B4-BE49-F238E27FC236}">
                <a16:creationId xmlns:a16="http://schemas.microsoft.com/office/drawing/2014/main" id="{DECACC0A-2C11-4BDE-8413-826D593FE40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36" y="9271054"/>
            <a:ext cx="112871" cy="182880"/>
          </a:xfrm>
          <a:prstGeom prst="rect">
            <a:avLst/>
          </a:prstGeom>
        </p:spPr>
      </p:pic>
      <p:pic>
        <p:nvPicPr>
          <p:cNvPr id="745" name="Picture 744">
            <a:extLst>
              <a:ext uri="{FF2B5EF4-FFF2-40B4-BE49-F238E27FC236}">
                <a16:creationId xmlns:a16="http://schemas.microsoft.com/office/drawing/2014/main" id="{6CB8993D-437B-4E3F-91DE-699E08D8883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581" y="9271054"/>
            <a:ext cx="112871" cy="182880"/>
          </a:xfrm>
          <a:prstGeom prst="rect">
            <a:avLst/>
          </a:prstGeom>
        </p:spPr>
      </p:pic>
      <p:pic>
        <p:nvPicPr>
          <p:cNvPr id="746" name="Picture 745">
            <a:extLst>
              <a:ext uri="{FF2B5EF4-FFF2-40B4-BE49-F238E27FC236}">
                <a16:creationId xmlns:a16="http://schemas.microsoft.com/office/drawing/2014/main" id="{7C6835B2-AA92-4212-8789-64A2A7D2921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26" y="9271054"/>
            <a:ext cx="112871" cy="182880"/>
          </a:xfrm>
          <a:prstGeom prst="rect">
            <a:avLst/>
          </a:prstGeom>
        </p:spPr>
      </p:pic>
      <p:pic>
        <p:nvPicPr>
          <p:cNvPr id="747" name="Picture 746">
            <a:extLst>
              <a:ext uri="{FF2B5EF4-FFF2-40B4-BE49-F238E27FC236}">
                <a16:creationId xmlns:a16="http://schemas.microsoft.com/office/drawing/2014/main" id="{350C39CB-009F-465F-B148-9CFC162694E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271" y="9271054"/>
            <a:ext cx="112871" cy="182880"/>
          </a:xfrm>
          <a:prstGeom prst="rect">
            <a:avLst/>
          </a:prstGeom>
        </p:spPr>
      </p:pic>
      <p:pic>
        <p:nvPicPr>
          <p:cNvPr id="748" name="Picture 747">
            <a:extLst>
              <a:ext uri="{FF2B5EF4-FFF2-40B4-BE49-F238E27FC236}">
                <a16:creationId xmlns:a16="http://schemas.microsoft.com/office/drawing/2014/main" id="{C810EF18-1E20-4FB0-9A02-9F3B16C5A54B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616" y="9271054"/>
            <a:ext cx="112871" cy="182880"/>
          </a:xfrm>
          <a:prstGeom prst="rect">
            <a:avLst/>
          </a:prstGeom>
        </p:spPr>
      </p:pic>
      <p:pic>
        <p:nvPicPr>
          <p:cNvPr id="749" name="Picture 748">
            <a:extLst>
              <a:ext uri="{FF2B5EF4-FFF2-40B4-BE49-F238E27FC236}">
                <a16:creationId xmlns:a16="http://schemas.microsoft.com/office/drawing/2014/main" id="{86731132-C2AF-4243-820B-D0CE3A89C1A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61" y="9271054"/>
            <a:ext cx="112871" cy="182880"/>
          </a:xfrm>
          <a:prstGeom prst="rect">
            <a:avLst/>
          </a:prstGeom>
        </p:spPr>
      </p:pic>
      <p:pic>
        <p:nvPicPr>
          <p:cNvPr id="750" name="Picture 749">
            <a:extLst>
              <a:ext uri="{FF2B5EF4-FFF2-40B4-BE49-F238E27FC236}">
                <a16:creationId xmlns:a16="http://schemas.microsoft.com/office/drawing/2014/main" id="{5E46BA3F-EFD2-416D-A5C4-77456538E19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6" y="9271054"/>
            <a:ext cx="112871" cy="182880"/>
          </a:xfrm>
          <a:prstGeom prst="rect">
            <a:avLst/>
          </a:prstGeom>
        </p:spPr>
      </p:pic>
      <p:pic>
        <p:nvPicPr>
          <p:cNvPr id="751" name="Picture 750">
            <a:extLst>
              <a:ext uri="{FF2B5EF4-FFF2-40B4-BE49-F238E27FC236}">
                <a16:creationId xmlns:a16="http://schemas.microsoft.com/office/drawing/2014/main" id="{7AC09E1C-3580-4C97-8018-433CCA5FDFD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51" y="9271054"/>
            <a:ext cx="112871" cy="182880"/>
          </a:xfrm>
          <a:prstGeom prst="rect">
            <a:avLst/>
          </a:prstGeom>
        </p:spPr>
      </p:pic>
      <p:pic>
        <p:nvPicPr>
          <p:cNvPr id="752" name="Picture 751">
            <a:extLst>
              <a:ext uri="{FF2B5EF4-FFF2-40B4-BE49-F238E27FC236}">
                <a16:creationId xmlns:a16="http://schemas.microsoft.com/office/drawing/2014/main" id="{825B2B3C-69B4-4A20-9D9E-3E379B17C2E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96" y="9271054"/>
            <a:ext cx="112871" cy="182880"/>
          </a:xfrm>
          <a:prstGeom prst="rect">
            <a:avLst/>
          </a:prstGeom>
        </p:spPr>
      </p:pic>
      <p:pic>
        <p:nvPicPr>
          <p:cNvPr id="753" name="Picture 752">
            <a:extLst>
              <a:ext uri="{FF2B5EF4-FFF2-40B4-BE49-F238E27FC236}">
                <a16:creationId xmlns:a16="http://schemas.microsoft.com/office/drawing/2014/main" id="{7AB314E1-E349-49CA-BED2-328DF20F2C2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341" y="9271054"/>
            <a:ext cx="112871" cy="182880"/>
          </a:xfrm>
          <a:prstGeom prst="rect">
            <a:avLst/>
          </a:prstGeom>
        </p:spPr>
      </p:pic>
      <p:pic>
        <p:nvPicPr>
          <p:cNvPr id="754" name="Picture 753">
            <a:extLst>
              <a:ext uri="{FF2B5EF4-FFF2-40B4-BE49-F238E27FC236}">
                <a16:creationId xmlns:a16="http://schemas.microsoft.com/office/drawing/2014/main" id="{73BBC7B8-95CC-47A3-8FDC-592B20C0C0D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86" y="9271054"/>
            <a:ext cx="112871" cy="182880"/>
          </a:xfrm>
          <a:prstGeom prst="rect">
            <a:avLst/>
          </a:prstGeom>
        </p:spPr>
      </p:pic>
      <p:pic>
        <p:nvPicPr>
          <p:cNvPr id="755" name="Picture 754">
            <a:extLst>
              <a:ext uri="{FF2B5EF4-FFF2-40B4-BE49-F238E27FC236}">
                <a16:creationId xmlns:a16="http://schemas.microsoft.com/office/drawing/2014/main" id="{8D2DD3EA-4D4B-45DE-B03B-F59BCF5A87B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31" y="9271054"/>
            <a:ext cx="112871" cy="182880"/>
          </a:xfrm>
          <a:prstGeom prst="rect">
            <a:avLst/>
          </a:prstGeom>
        </p:spPr>
      </p:pic>
      <p:pic>
        <p:nvPicPr>
          <p:cNvPr id="756" name="Picture 755">
            <a:extLst>
              <a:ext uri="{FF2B5EF4-FFF2-40B4-BE49-F238E27FC236}">
                <a16:creationId xmlns:a16="http://schemas.microsoft.com/office/drawing/2014/main" id="{7E43C815-F0C4-4E57-9E7A-1377FFF5CB3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376" y="9271054"/>
            <a:ext cx="112871" cy="182880"/>
          </a:xfrm>
          <a:prstGeom prst="rect">
            <a:avLst/>
          </a:prstGeom>
        </p:spPr>
      </p:pic>
      <p:pic>
        <p:nvPicPr>
          <p:cNvPr id="757" name="Picture 756">
            <a:extLst>
              <a:ext uri="{FF2B5EF4-FFF2-40B4-BE49-F238E27FC236}">
                <a16:creationId xmlns:a16="http://schemas.microsoft.com/office/drawing/2014/main" id="{A00FE52C-9D56-4E4A-8EF5-C6D0F56DC1A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21" y="9271054"/>
            <a:ext cx="112871" cy="182880"/>
          </a:xfrm>
          <a:prstGeom prst="rect">
            <a:avLst/>
          </a:prstGeom>
        </p:spPr>
      </p:pic>
      <p:pic>
        <p:nvPicPr>
          <p:cNvPr id="758" name="Picture 757">
            <a:extLst>
              <a:ext uri="{FF2B5EF4-FFF2-40B4-BE49-F238E27FC236}">
                <a16:creationId xmlns:a16="http://schemas.microsoft.com/office/drawing/2014/main" id="{4E997532-273D-4B34-A719-6E2D861438B3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66" y="9271054"/>
            <a:ext cx="112871" cy="182880"/>
          </a:xfrm>
          <a:prstGeom prst="rect">
            <a:avLst/>
          </a:prstGeom>
        </p:spPr>
      </p:pic>
      <p:pic>
        <p:nvPicPr>
          <p:cNvPr id="759" name="Picture 758">
            <a:extLst>
              <a:ext uri="{FF2B5EF4-FFF2-40B4-BE49-F238E27FC236}">
                <a16:creationId xmlns:a16="http://schemas.microsoft.com/office/drawing/2014/main" id="{35722FBF-6E25-442A-A222-90EBFB2BB54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11" y="9271054"/>
            <a:ext cx="112871" cy="182880"/>
          </a:xfrm>
          <a:prstGeom prst="rect">
            <a:avLst/>
          </a:prstGeom>
        </p:spPr>
      </p:pic>
      <p:pic>
        <p:nvPicPr>
          <p:cNvPr id="760" name="Picture 759">
            <a:extLst>
              <a:ext uri="{FF2B5EF4-FFF2-40B4-BE49-F238E27FC236}">
                <a16:creationId xmlns:a16="http://schemas.microsoft.com/office/drawing/2014/main" id="{65B4F533-3F7C-473B-A339-531EBCE2FFB3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56" y="9271054"/>
            <a:ext cx="112871" cy="182880"/>
          </a:xfrm>
          <a:prstGeom prst="rect">
            <a:avLst/>
          </a:prstGeom>
        </p:spPr>
      </p:pic>
      <p:sp>
        <p:nvSpPr>
          <p:cNvPr id="761" name="TextBox 760">
            <a:extLst>
              <a:ext uri="{FF2B5EF4-FFF2-40B4-BE49-F238E27FC236}">
                <a16:creationId xmlns:a16="http://schemas.microsoft.com/office/drawing/2014/main" id="{20FD3C6B-0205-412D-B681-33D9A55B7FA1}"/>
              </a:ext>
            </a:extLst>
          </p:cNvPr>
          <p:cNvSpPr txBox="1"/>
          <p:nvPr/>
        </p:nvSpPr>
        <p:spPr>
          <a:xfrm>
            <a:off x="2221069" y="9624780"/>
            <a:ext cx="2883233" cy="153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Utilization = 80/100 = 80%</a:t>
            </a: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01119EA7-EC0C-4FCB-B302-9E84E2815E3A}"/>
              </a:ext>
            </a:extLst>
          </p:cNvPr>
          <p:cNvSpPr/>
          <p:nvPr/>
        </p:nvSpPr>
        <p:spPr>
          <a:xfrm>
            <a:off x="5333166" y="7950525"/>
            <a:ext cx="2805825" cy="1554480"/>
          </a:xfrm>
          <a:prstGeom prst="rect">
            <a:avLst/>
          </a:prstGeom>
          <a:noFill/>
          <a:ln w="12700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C8BA571D-1F94-44C2-B26E-8E0233F1D8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161" y="8026103"/>
            <a:ext cx="112871" cy="182880"/>
          </a:xfrm>
          <a:prstGeom prst="rect">
            <a:avLst/>
          </a:prstGeom>
        </p:spPr>
      </p:pic>
      <p:pic>
        <p:nvPicPr>
          <p:cNvPr id="763" name="Picture 762">
            <a:extLst>
              <a:ext uri="{FF2B5EF4-FFF2-40B4-BE49-F238E27FC236}">
                <a16:creationId xmlns:a16="http://schemas.microsoft.com/office/drawing/2014/main" id="{665E9DEA-78E9-4EE3-94F8-51ACB30889F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03" y="8026103"/>
            <a:ext cx="112871" cy="182880"/>
          </a:xfrm>
          <a:prstGeom prst="rect">
            <a:avLst/>
          </a:prstGeom>
        </p:spPr>
      </p:pic>
      <p:pic>
        <p:nvPicPr>
          <p:cNvPr id="770" name="Picture 769">
            <a:extLst>
              <a:ext uri="{FF2B5EF4-FFF2-40B4-BE49-F238E27FC236}">
                <a16:creationId xmlns:a16="http://schemas.microsoft.com/office/drawing/2014/main" id="{420D10B8-052A-45A0-862B-D5101CE78A8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5" y="8026103"/>
            <a:ext cx="112871" cy="182880"/>
          </a:xfrm>
          <a:prstGeom prst="rect">
            <a:avLst/>
          </a:prstGeom>
        </p:spPr>
      </p:pic>
      <p:pic>
        <p:nvPicPr>
          <p:cNvPr id="771" name="Picture 770">
            <a:extLst>
              <a:ext uri="{FF2B5EF4-FFF2-40B4-BE49-F238E27FC236}">
                <a16:creationId xmlns:a16="http://schemas.microsoft.com/office/drawing/2014/main" id="{4C9ACCD5-1AC2-4296-8491-F9F3F943857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987" y="8026103"/>
            <a:ext cx="112871" cy="182880"/>
          </a:xfrm>
          <a:prstGeom prst="rect">
            <a:avLst/>
          </a:prstGeom>
        </p:spPr>
      </p:pic>
      <p:pic>
        <p:nvPicPr>
          <p:cNvPr id="778" name="Picture 777">
            <a:extLst>
              <a:ext uri="{FF2B5EF4-FFF2-40B4-BE49-F238E27FC236}">
                <a16:creationId xmlns:a16="http://schemas.microsoft.com/office/drawing/2014/main" id="{FD753598-92DE-40FD-A928-C75A2DB5107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929" y="8026103"/>
            <a:ext cx="112871" cy="182880"/>
          </a:xfrm>
          <a:prstGeom prst="rect">
            <a:avLst/>
          </a:prstGeom>
        </p:spPr>
      </p:pic>
      <p:pic>
        <p:nvPicPr>
          <p:cNvPr id="779" name="Picture 778">
            <a:extLst>
              <a:ext uri="{FF2B5EF4-FFF2-40B4-BE49-F238E27FC236}">
                <a16:creationId xmlns:a16="http://schemas.microsoft.com/office/drawing/2014/main" id="{06CB959D-8B94-4620-AFF2-3E2EF9A27AD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71" y="8026103"/>
            <a:ext cx="112871" cy="182880"/>
          </a:xfrm>
          <a:prstGeom prst="rect">
            <a:avLst/>
          </a:prstGeom>
        </p:spPr>
      </p:pic>
      <p:pic>
        <p:nvPicPr>
          <p:cNvPr id="786" name="Picture 785">
            <a:extLst>
              <a:ext uri="{FF2B5EF4-FFF2-40B4-BE49-F238E27FC236}">
                <a16:creationId xmlns:a16="http://schemas.microsoft.com/office/drawing/2014/main" id="{76471562-159A-468D-B405-B71FC00F937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13" y="8026103"/>
            <a:ext cx="112871" cy="182880"/>
          </a:xfrm>
          <a:prstGeom prst="rect">
            <a:avLst/>
          </a:prstGeom>
        </p:spPr>
      </p:pic>
      <p:pic>
        <p:nvPicPr>
          <p:cNvPr id="787" name="Picture 786">
            <a:extLst>
              <a:ext uri="{FF2B5EF4-FFF2-40B4-BE49-F238E27FC236}">
                <a16:creationId xmlns:a16="http://schemas.microsoft.com/office/drawing/2014/main" id="{1E02A3F8-502E-463C-B7B4-83E8857E48F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55" y="8026103"/>
            <a:ext cx="112871" cy="182880"/>
          </a:xfrm>
          <a:prstGeom prst="rect">
            <a:avLst/>
          </a:prstGeom>
        </p:spPr>
      </p:pic>
      <p:pic>
        <p:nvPicPr>
          <p:cNvPr id="794" name="Picture 793">
            <a:extLst>
              <a:ext uri="{FF2B5EF4-FFF2-40B4-BE49-F238E27FC236}">
                <a16:creationId xmlns:a16="http://schemas.microsoft.com/office/drawing/2014/main" id="{59766CA5-BF40-4DDD-8B6B-33C01FC5795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97" y="8026103"/>
            <a:ext cx="112871" cy="182880"/>
          </a:xfrm>
          <a:prstGeom prst="rect">
            <a:avLst/>
          </a:prstGeom>
        </p:spPr>
      </p:pic>
      <p:pic>
        <p:nvPicPr>
          <p:cNvPr id="795" name="Picture 794">
            <a:extLst>
              <a:ext uri="{FF2B5EF4-FFF2-40B4-BE49-F238E27FC236}">
                <a16:creationId xmlns:a16="http://schemas.microsoft.com/office/drawing/2014/main" id="{E98DF48A-D707-4B4D-993D-F78B716A9E0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39" y="8026103"/>
            <a:ext cx="112871" cy="182880"/>
          </a:xfrm>
          <a:prstGeom prst="rect">
            <a:avLst/>
          </a:prstGeom>
        </p:spPr>
      </p:pic>
      <p:pic>
        <p:nvPicPr>
          <p:cNvPr id="802" name="Picture 801">
            <a:extLst>
              <a:ext uri="{FF2B5EF4-FFF2-40B4-BE49-F238E27FC236}">
                <a16:creationId xmlns:a16="http://schemas.microsoft.com/office/drawing/2014/main" id="{D086ABA9-5B95-4107-B697-74684389F9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581" y="8026103"/>
            <a:ext cx="112871" cy="182880"/>
          </a:xfrm>
          <a:prstGeom prst="rect">
            <a:avLst/>
          </a:prstGeom>
        </p:spPr>
      </p:pic>
      <p:pic>
        <p:nvPicPr>
          <p:cNvPr id="803" name="Picture 802">
            <a:extLst>
              <a:ext uri="{FF2B5EF4-FFF2-40B4-BE49-F238E27FC236}">
                <a16:creationId xmlns:a16="http://schemas.microsoft.com/office/drawing/2014/main" id="{527CB308-D479-4F49-B3D4-EAB67A620F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23" y="8026103"/>
            <a:ext cx="112871" cy="182880"/>
          </a:xfrm>
          <a:prstGeom prst="rect">
            <a:avLst/>
          </a:prstGeom>
        </p:spPr>
      </p:pic>
      <p:pic>
        <p:nvPicPr>
          <p:cNvPr id="810" name="Picture 809">
            <a:extLst>
              <a:ext uri="{FF2B5EF4-FFF2-40B4-BE49-F238E27FC236}">
                <a16:creationId xmlns:a16="http://schemas.microsoft.com/office/drawing/2014/main" id="{A1C2E487-0034-4A0A-848B-59949F451E1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465" y="8026103"/>
            <a:ext cx="112871" cy="182880"/>
          </a:xfrm>
          <a:prstGeom prst="rect">
            <a:avLst/>
          </a:prstGeom>
        </p:spPr>
      </p:pic>
      <p:pic>
        <p:nvPicPr>
          <p:cNvPr id="811" name="Picture 810">
            <a:extLst>
              <a:ext uri="{FF2B5EF4-FFF2-40B4-BE49-F238E27FC236}">
                <a16:creationId xmlns:a16="http://schemas.microsoft.com/office/drawing/2014/main" id="{A6EE0A3B-4170-4EF0-B3EC-B9F1061E77F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07" y="8026103"/>
            <a:ext cx="112871" cy="182880"/>
          </a:xfrm>
          <a:prstGeom prst="rect">
            <a:avLst/>
          </a:prstGeom>
        </p:spPr>
      </p:pic>
      <p:pic>
        <p:nvPicPr>
          <p:cNvPr id="818" name="Picture 817">
            <a:extLst>
              <a:ext uri="{FF2B5EF4-FFF2-40B4-BE49-F238E27FC236}">
                <a16:creationId xmlns:a16="http://schemas.microsoft.com/office/drawing/2014/main" id="{D4111089-21FE-4A0C-B877-C5667C37EF2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9" y="8026103"/>
            <a:ext cx="112871" cy="182880"/>
          </a:xfrm>
          <a:prstGeom prst="rect">
            <a:avLst/>
          </a:prstGeom>
        </p:spPr>
      </p:pic>
      <p:pic>
        <p:nvPicPr>
          <p:cNvPr id="835" name="Picture 834">
            <a:extLst>
              <a:ext uri="{FF2B5EF4-FFF2-40B4-BE49-F238E27FC236}">
                <a16:creationId xmlns:a16="http://schemas.microsoft.com/office/drawing/2014/main" id="{8E5831DC-9918-4895-B5CE-F3FB0D73DDF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93" y="8026103"/>
            <a:ext cx="112871" cy="182880"/>
          </a:xfrm>
          <a:prstGeom prst="rect">
            <a:avLst/>
          </a:prstGeom>
        </p:spPr>
      </p:pic>
      <p:pic>
        <p:nvPicPr>
          <p:cNvPr id="764" name="Picture 763">
            <a:extLst>
              <a:ext uri="{FF2B5EF4-FFF2-40B4-BE49-F238E27FC236}">
                <a16:creationId xmlns:a16="http://schemas.microsoft.com/office/drawing/2014/main" id="{F26EE92F-344B-4161-8FA0-55FD5C75138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161" y="8856071"/>
            <a:ext cx="112871" cy="182880"/>
          </a:xfrm>
          <a:prstGeom prst="rect">
            <a:avLst/>
          </a:prstGeom>
        </p:spPr>
      </p:pic>
      <p:pic>
        <p:nvPicPr>
          <p:cNvPr id="765" name="Picture 764">
            <a:extLst>
              <a:ext uri="{FF2B5EF4-FFF2-40B4-BE49-F238E27FC236}">
                <a16:creationId xmlns:a16="http://schemas.microsoft.com/office/drawing/2014/main" id="{C1BA978E-F37F-4364-AB02-28F569C7F0F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03" y="8856071"/>
            <a:ext cx="112871" cy="182880"/>
          </a:xfrm>
          <a:prstGeom prst="rect">
            <a:avLst/>
          </a:prstGeom>
        </p:spPr>
      </p:pic>
      <p:pic>
        <p:nvPicPr>
          <p:cNvPr id="772" name="Picture 771">
            <a:extLst>
              <a:ext uri="{FF2B5EF4-FFF2-40B4-BE49-F238E27FC236}">
                <a16:creationId xmlns:a16="http://schemas.microsoft.com/office/drawing/2014/main" id="{51EE480A-1B37-4BDE-ADD5-5CA272162DE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5" y="8856071"/>
            <a:ext cx="112871" cy="182880"/>
          </a:xfrm>
          <a:prstGeom prst="rect">
            <a:avLst/>
          </a:prstGeom>
        </p:spPr>
      </p:pic>
      <p:pic>
        <p:nvPicPr>
          <p:cNvPr id="773" name="Picture 772">
            <a:extLst>
              <a:ext uri="{FF2B5EF4-FFF2-40B4-BE49-F238E27FC236}">
                <a16:creationId xmlns:a16="http://schemas.microsoft.com/office/drawing/2014/main" id="{4705FE03-2F5B-4266-A665-9B6EC47796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987" y="8856071"/>
            <a:ext cx="112871" cy="182880"/>
          </a:xfrm>
          <a:prstGeom prst="rect">
            <a:avLst/>
          </a:prstGeom>
        </p:spPr>
      </p:pic>
      <p:pic>
        <p:nvPicPr>
          <p:cNvPr id="780" name="Picture 779">
            <a:extLst>
              <a:ext uri="{FF2B5EF4-FFF2-40B4-BE49-F238E27FC236}">
                <a16:creationId xmlns:a16="http://schemas.microsoft.com/office/drawing/2014/main" id="{2C5126C9-D2FA-4713-B8AD-F8106E73EC8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929" y="8856071"/>
            <a:ext cx="112871" cy="182880"/>
          </a:xfrm>
          <a:prstGeom prst="rect">
            <a:avLst/>
          </a:prstGeom>
        </p:spPr>
      </p:pic>
      <p:pic>
        <p:nvPicPr>
          <p:cNvPr id="781" name="Picture 780">
            <a:extLst>
              <a:ext uri="{FF2B5EF4-FFF2-40B4-BE49-F238E27FC236}">
                <a16:creationId xmlns:a16="http://schemas.microsoft.com/office/drawing/2014/main" id="{1F1ABA5F-9D20-4C85-87A0-C3287B48345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71" y="8856071"/>
            <a:ext cx="112871" cy="182880"/>
          </a:xfrm>
          <a:prstGeom prst="rect">
            <a:avLst/>
          </a:prstGeom>
        </p:spPr>
      </p:pic>
      <p:pic>
        <p:nvPicPr>
          <p:cNvPr id="788" name="Picture 787">
            <a:extLst>
              <a:ext uri="{FF2B5EF4-FFF2-40B4-BE49-F238E27FC236}">
                <a16:creationId xmlns:a16="http://schemas.microsoft.com/office/drawing/2014/main" id="{FB1EFF0C-6623-47ED-93AA-2484F2547D9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13" y="8856071"/>
            <a:ext cx="112871" cy="182880"/>
          </a:xfrm>
          <a:prstGeom prst="rect">
            <a:avLst/>
          </a:prstGeom>
        </p:spPr>
      </p:pic>
      <p:pic>
        <p:nvPicPr>
          <p:cNvPr id="789" name="Picture 788">
            <a:extLst>
              <a:ext uri="{FF2B5EF4-FFF2-40B4-BE49-F238E27FC236}">
                <a16:creationId xmlns:a16="http://schemas.microsoft.com/office/drawing/2014/main" id="{505BE242-5F00-4F2F-BF67-03EB6C72110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55" y="8856071"/>
            <a:ext cx="112871" cy="182880"/>
          </a:xfrm>
          <a:prstGeom prst="rect">
            <a:avLst/>
          </a:prstGeom>
        </p:spPr>
      </p:pic>
      <p:pic>
        <p:nvPicPr>
          <p:cNvPr id="796" name="Picture 795">
            <a:extLst>
              <a:ext uri="{FF2B5EF4-FFF2-40B4-BE49-F238E27FC236}">
                <a16:creationId xmlns:a16="http://schemas.microsoft.com/office/drawing/2014/main" id="{07657BCD-3039-4A80-9871-F08CE4ADEFB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97" y="8856071"/>
            <a:ext cx="112871" cy="182880"/>
          </a:xfrm>
          <a:prstGeom prst="rect">
            <a:avLst/>
          </a:prstGeom>
        </p:spPr>
      </p:pic>
      <p:pic>
        <p:nvPicPr>
          <p:cNvPr id="797" name="Picture 796">
            <a:extLst>
              <a:ext uri="{FF2B5EF4-FFF2-40B4-BE49-F238E27FC236}">
                <a16:creationId xmlns:a16="http://schemas.microsoft.com/office/drawing/2014/main" id="{A9C5929B-1FD9-42E7-8338-818785839A3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39" y="8856071"/>
            <a:ext cx="112871" cy="182880"/>
          </a:xfrm>
          <a:prstGeom prst="rect">
            <a:avLst/>
          </a:prstGeom>
        </p:spPr>
      </p:pic>
      <p:pic>
        <p:nvPicPr>
          <p:cNvPr id="804" name="Picture 803">
            <a:extLst>
              <a:ext uri="{FF2B5EF4-FFF2-40B4-BE49-F238E27FC236}">
                <a16:creationId xmlns:a16="http://schemas.microsoft.com/office/drawing/2014/main" id="{6E2BCA7B-DD34-4449-9D8F-CE36F1AEEBC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581" y="8856071"/>
            <a:ext cx="112871" cy="182880"/>
          </a:xfrm>
          <a:prstGeom prst="rect">
            <a:avLst/>
          </a:prstGeom>
        </p:spPr>
      </p:pic>
      <p:pic>
        <p:nvPicPr>
          <p:cNvPr id="805" name="Picture 804">
            <a:extLst>
              <a:ext uri="{FF2B5EF4-FFF2-40B4-BE49-F238E27FC236}">
                <a16:creationId xmlns:a16="http://schemas.microsoft.com/office/drawing/2014/main" id="{CA9A207A-DE14-4B0A-A35C-EF7D1A6F44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23" y="8856071"/>
            <a:ext cx="112871" cy="182880"/>
          </a:xfrm>
          <a:prstGeom prst="rect">
            <a:avLst/>
          </a:prstGeom>
        </p:spPr>
      </p:pic>
      <p:pic>
        <p:nvPicPr>
          <p:cNvPr id="812" name="Picture 811">
            <a:extLst>
              <a:ext uri="{FF2B5EF4-FFF2-40B4-BE49-F238E27FC236}">
                <a16:creationId xmlns:a16="http://schemas.microsoft.com/office/drawing/2014/main" id="{4CAFB155-4CAA-4CDF-9CCC-791EE1B6E9C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465" y="8856071"/>
            <a:ext cx="112871" cy="182880"/>
          </a:xfrm>
          <a:prstGeom prst="rect">
            <a:avLst/>
          </a:prstGeom>
        </p:spPr>
      </p:pic>
      <p:pic>
        <p:nvPicPr>
          <p:cNvPr id="813" name="Picture 812">
            <a:extLst>
              <a:ext uri="{FF2B5EF4-FFF2-40B4-BE49-F238E27FC236}">
                <a16:creationId xmlns:a16="http://schemas.microsoft.com/office/drawing/2014/main" id="{6C0482E7-F5D3-49D7-92AD-204AA1F3ADD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07" y="8856071"/>
            <a:ext cx="112871" cy="182880"/>
          </a:xfrm>
          <a:prstGeom prst="rect">
            <a:avLst/>
          </a:prstGeom>
        </p:spPr>
      </p:pic>
      <p:pic>
        <p:nvPicPr>
          <p:cNvPr id="820" name="Picture 819">
            <a:extLst>
              <a:ext uri="{FF2B5EF4-FFF2-40B4-BE49-F238E27FC236}">
                <a16:creationId xmlns:a16="http://schemas.microsoft.com/office/drawing/2014/main" id="{EA179906-4C90-4E10-9AA5-5BB33DC0930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9" y="8856071"/>
            <a:ext cx="112871" cy="182880"/>
          </a:xfrm>
          <a:prstGeom prst="rect">
            <a:avLst/>
          </a:prstGeom>
        </p:spPr>
      </p:pic>
      <p:pic>
        <p:nvPicPr>
          <p:cNvPr id="837" name="Picture 836">
            <a:extLst>
              <a:ext uri="{FF2B5EF4-FFF2-40B4-BE49-F238E27FC236}">
                <a16:creationId xmlns:a16="http://schemas.microsoft.com/office/drawing/2014/main" id="{C6191CE7-9A80-4F23-98D0-53FEF9C1526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93" y="8856071"/>
            <a:ext cx="112871" cy="182880"/>
          </a:xfrm>
          <a:prstGeom prst="rect">
            <a:avLst/>
          </a:prstGeom>
        </p:spPr>
      </p:pic>
      <p:pic>
        <p:nvPicPr>
          <p:cNvPr id="766" name="Picture 765">
            <a:extLst>
              <a:ext uri="{FF2B5EF4-FFF2-40B4-BE49-F238E27FC236}">
                <a16:creationId xmlns:a16="http://schemas.microsoft.com/office/drawing/2014/main" id="{EF3D5716-D470-400B-89A6-91EC964175B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161" y="8441087"/>
            <a:ext cx="112871" cy="182880"/>
          </a:xfrm>
          <a:prstGeom prst="rect">
            <a:avLst/>
          </a:prstGeom>
        </p:spPr>
      </p:pic>
      <p:pic>
        <p:nvPicPr>
          <p:cNvPr id="767" name="Picture 766">
            <a:extLst>
              <a:ext uri="{FF2B5EF4-FFF2-40B4-BE49-F238E27FC236}">
                <a16:creationId xmlns:a16="http://schemas.microsoft.com/office/drawing/2014/main" id="{75DE1655-A0F1-4B14-8FDF-FE5CB7AD969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03" y="8441087"/>
            <a:ext cx="112871" cy="182880"/>
          </a:xfrm>
          <a:prstGeom prst="rect">
            <a:avLst/>
          </a:prstGeom>
        </p:spPr>
      </p:pic>
      <p:pic>
        <p:nvPicPr>
          <p:cNvPr id="774" name="Picture 773">
            <a:extLst>
              <a:ext uri="{FF2B5EF4-FFF2-40B4-BE49-F238E27FC236}">
                <a16:creationId xmlns:a16="http://schemas.microsoft.com/office/drawing/2014/main" id="{EF8CEA51-CEA5-4535-B34A-839F229138F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5" y="8441087"/>
            <a:ext cx="112871" cy="182880"/>
          </a:xfrm>
          <a:prstGeom prst="rect">
            <a:avLst/>
          </a:prstGeom>
        </p:spPr>
      </p:pic>
      <p:pic>
        <p:nvPicPr>
          <p:cNvPr id="775" name="Picture 774">
            <a:extLst>
              <a:ext uri="{FF2B5EF4-FFF2-40B4-BE49-F238E27FC236}">
                <a16:creationId xmlns:a16="http://schemas.microsoft.com/office/drawing/2014/main" id="{E6B04F8C-224B-4639-89A9-CF9C99179A5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987" y="8441087"/>
            <a:ext cx="112871" cy="182880"/>
          </a:xfrm>
          <a:prstGeom prst="rect">
            <a:avLst/>
          </a:prstGeom>
        </p:spPr>
      </p:pic>
      <p:pic>
        <p:nvPicPr>
          <p:cNvPr id="782" name="Picture 781">
            <a:extLst>
              <a:ext uri="{FF2B5EF4-FFF2-40B4-BE49-F238E27FC236}">
                <a16:creationId xmlns:a16="http://schemas.microsoft.com/office/drawing/2014/main" id="{9A5419B3-B0C7-49B4-BB06-BD40AD7A780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929" y="8441087"/>
            <a:ext cx="112871" cy="182880"/>
          </a:xfrm>
          <a:prstGeom prst="rect">
            <a:avLst/>
          </a:prstGeom>
        </p:spPr>
      </p:pic>
      <p:pic>
        <p:nvPicPr>
          <p:cNvPr id="783" name="Picture 782">
            <a:extLst>
              <a:ext uri="{FF2B5EF4-FFF2-40B4-BE49-F238E27FC236}">
                <a16:creationId xmlns:a16="http://schemas.microsoft.com/office/drawing/2014/main" id="{2C73F5AC-8CD0-4115-A3AF-B6B49E0D610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71" y="8441087"/>
            <a:ext cx="112871" cy="182880"/>
          </a:xfrm>
          <a:prstGeom prst="rect">
            <a:avLst/>
          </a:prstGeom>
        </p:spPr>
      </p:pic>
      <p:pic>
        <p:nvPicPr>
          <p:cNvPr id="790" name="Picture 789">
            <a:extLst>
              <a:ext uri="{FF2B5EF4-FFF2-40B4-BE49-F238E27FC236}">
                <a16:creationId xmlns:a16="http://schemas.microsoft.com/office/drawing/2014/main" id="{BD646A6C-BF9C-4B1A-9090-E32FD2352D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13" y="8441087"/>
            <a:ext cx="112871" cy="182880"/>
          </a:xfrm>
          <a:prstGeom prst="rect">
            <a:avLst/>
          </a:prstGeom>
        </p:spPr>
      </p:pic>
      <p:pic>
        <p:nvPicPr>
          <p:cNvPr id="791" name="Picture 790">
            <a:extLst>
              <a:ext uri="{FF2B5EF4-FFF2-40B4-BE49-F238E27FC236}">
                <a16:creationId xmlns:a16="http://schemas.microsoft.com/office/drawing/2014/main" id="{36E4EE64-72EB-4C6C-A536-B77438B3BB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55" y="8441087"/>
            <a:ext cx="112871" cy="182880"/>
          </a:xfrm>
          <a:prstGeom prst="rect">
            <a:avLst/>
          </a:prstGeom>
        </p:spPr>
      </p:pic>
      <p:pic>
        <p:nvPicPr>
          <p:cNvPr id="798" name="Picture 797">
            <a:extLst>
              <a:ext uri="{FF2B5EF4-FFF2-40B4-BE49-F238E27FC236}">
                <a16:creationId xmlns:a16="http://schemas.microsoft.com/office/drawing/2014/main" id="{A34B4B71-2674-49AE-BD03-854E156D337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97" y="8441087"/>
            <a:ext cx="112871" cy="182880"/>
          </a:xfrm>
          <a:prstGeom prst="rect">
            <a:avLst/>
          </a:prstGeom>
        </p:spPr>
      </p:pic>
      <p:pic>
        <p:nvPicPr>
          <p:cNvPr id="799" name="Picture 798">
            <a:extLst>
              <a:ext uri="{FF2B5EF4-FFF2-40B4-BE49-F238E27FC236}">
                <a16:creationId xmlns:a16="http://schemas.microsoft.com/office/drawing/2014/main" id="{D132EE3A-A8F3-4730-9ECE-B18979DCA81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39" y="8441087"/>
            <a:ext cx="112871" cy="182880"/>
          </a:xfrm>
          <a:prstGeom prst="rect">
            <a:avLst/>
          </a:prstGeom>
        </p:spPr>
      </p:pic>
      <p:pic>
        <p:nvPicPr>
          <p:cNvPr id="806" name="Picture 805">
            <a:extLst>
              <a:ext uri="{FF2B5EF4-FFF2-40B4-BE49-F238E27FC236}">
                <a16:creationId xmlns:a16="http://schemas.microsoft.com/office/drawing/2014/main" id="{1F4C537F-6213-4059-BB24-B3A91185203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581" y="8441087"/>
            <a:ext cx="112871" cy="182880"/>
          </a:xfrm>
          <a:prstGeom prst="rect">
            <a:avLst/>
          </a:prstGeom>
        </p:spPr>
      </p:pic>
      <p:pic>
        <p:nvPicPr>
          <p:cNvPr id="807" name="Picture 806">
            <a:extLst>
              <a:ext uri="{FF2B5EF4-FFF2-40B4-BE49-F238E27FC236}">
                <a16:creationId xmlns:a16="http://schemas.microsoft.com/office/drawing/2014/main" id="{855BC7D6-4C88-4D14-960B-33FB9858BDD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23" y="8441087"/>
            <a:ext cx="112871" cy="182880"/>
          </a:xfrm>
          <a:prstGeom prst="rect">
            <a:avLst/>
          </a:prstGeom>
        </p:spPr>
      </p:pic>
      <p:pic>
        <p:nvPicPr>
          <p:cNvPr id="814" name="Picture 813">
            <a:extLst>
              <a:ext uri="{FF2B5EF4-FFF2-40B4-BE49-F238E27FC236}">
                <a16:creationId xmlns:a16="http://schemas.microsoft.com/office/drawing/2014/main" id="{575EAAAF-4668-4CCE-9717-F1A136B6602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465" y="8441087"/>
            <a:ext cx="112871" cy="182880"/>
          </a:xfrm>
          <a:prstGeom prst="rect">
            <a:avLst/>
          </a:prstGeom>
        </p:spPr>
      </p:pic>
      <p:pic>
        <p:nvPicPr>
          <p:cNvPr id="815" name="Picture 814">
            <a:extLst>
              <a:ext uri="{FF2B5EF4-FFF2-40B4-BE49-F238E27FC236}">
                <a16:creationId xmlns:a16="http://schemas.microsoft.com/office/drawing/2014/main" id="{C8599F25-19A2-42FA-8639-D22FFE77C69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07" y="8441087"/>
            <a:ext cx="112871" cy="182880"/>
          </a:xfrm>
          <a:prstGeom prst="rect">
            <a:avLst/>
          </a:prstGeom>
        </p:spPr>
      </p:pic>
      <p:pic>
        <p:nvPicPr>
          <p:cNvPr id="822" name="Picture 821">
            <a:extLst>
              <a:ext uri="{FF2B5EF4-FFF2-40B4-BE49-F238E27FC236}">
                <a16:creationId xmlns:a16="http://schemas.microsoft.com/office/drawing/2014/main" id="{CA65A511-4858-4F19-92EA-B47B8478FAD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9" y="8441087"/>
            <a:ext cx="112871" cy="182880"/>
          </a:xfrm>
          <a:prstGeom prst="rect">
            <a:avLst/>
          </a:prstGeom>
        </p:spPr>
      </p:pic>
      <p:pic>
        <p:nvPicPr>
          <p:cNvPr id="839" name="Picture 838">
            <a:extLst>
              <a:ext uri="{FF2B5EF4-FFF2-40B4-BE49-F238E27FC236}">
                <a16:creationId xmlns:a16="http://schemas.microsoft.com/office/drawing/2014/main" id="{F2015248-A3D5-403F-B882-59CB18E03CB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93" y="8441087"/>
            <a:ext cx="112871" cy="182880"/>
          </a:xfrm>
          <a:prstGeom prst="rect">
            <a:avLst/>
          </a:prstGeom>
        </p:spPr>
      </p:pic>
      <p:pic>
        <p:nvPicPr>
          <p:cNvPr id="843" name="Picture 842">
            <a:extLst>
              <a:ext uri="{FF2B5EF4-FFF2-40B4-BE49-F238E27FC236}">
                <a16:creationId xmlns:a16="http://schemas.microsoft.com/office/drawing/2014/main" id="{7BB57588-879B-4725-AEE8-D9B3D7ED51C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93" y="9271054"/>
            <a:ext cx="112871" cy="182880"/>
          </a:xfrm>
          <a:prstGeom prst="rect">
            <a:avLst/>
          </a:prstGeom>
        </p:spPr>
      </p:pic>
      <p:pic>
        <p:nvPicPr>
          <p:cNvPr id="851" name="Picture 850">
            <a:extLst>
              <a:ext uri="{FF2B5EF4-FFF2-40B4-BE49-F238E27FC236}">
                <a16:creationId xmlns:a16="http://schemas.microsoft.com/office/drawing/2014/main" id="{06BE77C3-3CEC-4966-9473-1E5C7353F7C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97" y="9271054"/>
            <a:ext cx="112871" cy="182880"/>
          </a:xfrm>
          <a:prstGeom prst="rect">
            <a:avLst/>
          </a:prstGeom>
        </p:spPr>
      </p:pic>
      <p:pic>
        <p:nvPicPr>
          <p:cNvPr id="852" name="Picture 851">
            <a:extLst>
              <a:ext uri="{FF2B5EF4-FFF2-40B4-BE49-F238E27FC236}">
                <a16:creationId xmlns:a16="http://schemas.microsoft.com/office/drawing/2014/main" id="{36FB8661-F2E6-485B-BDBD-F511389A1D5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39" y="9271054"/>
            <a:ext cx="112871" cy="182880"/>
          </a:xfrm>
          <a:prstGeom prst="rect">
            <a:avLst/>
          </a:prstGeom>
        </p:spPr>
      </p:pic>
      <p:pic>
        <p:nvPicPr>
          <p:cNvPr id="853" name="Picture 852">
            <a:extLst>
              <a:ext uri="{FF2B5EF4-FFF2-40B4-BE49-F238E27FC236}">
                <a16:creationId xmlns:a16="http://schemas.microsoft.com/office/drawing/2014/main" id="{B4617977-21CD-483B-84A3-6AABF83FF0E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581" y="9271054"/>
            <a:ext cx="112871" cy="182880"/>
          </a:xfrm>
          <a:prstGeom prst="rect">
            <a:avLst/>
          </a:prstGeom>
        </p:spPr>
      </p:pic>
      <p:pic>
        <p:nvPicPr>
          <p:cNvPr id="854" name="Picture 853">
            <a:extLst>
              <a:ext uri="{FF2B5EF4-FFF2-40B4-BE49-F238E27FC236}">
                <a16:creationId xmlns:a16="http://schemas.microsoft.com/office/drawing/2014/main" id="{C7880BF8-8FCB-42CD-AE63-A4AB8847EC2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23" y="9271054"/>
            <a:ext cx="112871" cy="182880"/>
          </a:xfrm>
          <a:prstGeom prst="rect">
            <a:avLst/>
          </a:prstGeom>
        </p:spPr>
      </p:pic>
      <p:pic>
        <p:nvPicPr>
          <p:cNvPr id="855" name="Picture 854">
            <a:extLst>
              <a:ext uri="{FF2B5EF4-FFF2-40B4-BE49-F238E27FC236}">
                <a16:creationId xmlns:a16="http://schemas.microsoft.com/office/drawing/2014/main" id="{C7FDDF59-1199-4FC1-841D-0C348503EC5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465" y="9271054"/>
            <a:ext cx="112871" cy="182880"/>
          </a:xfrm>
          <a:prstGeom prst="rect">
            <a:avLst/>
          </a:prstGeom>
        </p:spPr>
      </p:pic>
      <p:pic>
        <p:nvPicPr>
          <p:cNvPr id="856" name="Picture 855">
            <a:extLst>
              <a:ext uri="{FF2B5EF4-FFF2-40B4-BE49-F238E27FC236}">
                <a16:creationId xmlns:a16="http://schemas.microsoft.com/office/drawing/2014/main" id="{31BE8CEC-E970-4316-AE0B-21979514D96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07" y="9271054"/>
            <a:ext cx="112871" cy="182880"/>
          </a:xfrm>
          <a:prstGeom prst="rect">
            <a:avLst/>
          </a:prstGeom>
        </p:spPr>
      </p:pic>
      <p:pic>
        <p:nvPicPr>
          <p:cNvPr id="857" name="Picture 856">
            <a:extLst>
              <a:ext uri="{FF2B5EF4-FFF2-40B4-BE49-F238E27FC236}">
                <a16:creationId xmlns:a16="http://schemas.microsoft.com/office/drawing/2014/main" id="{8415D38A-334E-476C-8E6D-9AEAD1D05D8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9" y="9271054"/>
            <a:ext cx="112871" cy="182880"/>
          </a:xfrm>
          <a:prstGeom prst="rect">
            <a:avLst/>
          </a:prstGeom>
        </p:spPr>
      </p:pic>
      <p:pic>
        <p:nvPicPr>
          <p:cNvPr id="862" name="Picture 861">
            <a:extLst>
              <a:ext uri="{FF2B5EF4-FFF2-40B4-BE49-F238E27FC236}">
                <a16:creationId xmlns:a16="http://schemas.microsoft.com/office/drawing/2014/main" id="{B53D3E33-C2D9-40BE-B4DB-9A6AB27C86B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161" y="9271054"/>
            <a:ext cx="112871" cy="182880"/>
          </a:xfrm>
          <a:prstGeom prst="rect">
            <a:avLst/>
          </a:prstGeom>
        </p:spPr>
      </p:pic>
      <p:pic>
        <p:nvPicPr>
          <p:cNvPr id="863" name="Picture 862">
            <a:extLst>
              <a:ext uri="{FF2B5EF4-FFF2-40B4-BE49-F238E27FC236}">
                <a16:creationId xmlns:a16="http://schemas.microsoft.com/office/drawing/2014/main" id="{CBE686AF-34AF-4F7E-8EF8-996EE936E9F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03" y="9271054"/>
            <a:ext cx="112871" cy="182880"/>
          </a:xfrm>
          <a:prstGeom prst="rect">
            <a:avLst/>
          </a:prstGeom>
        </p:spPr>
      </p:pic>
      <p:pic>
        <p:nvPicPr>
          <p:cNvPr id="864" name="Picture 863">
            <a:extLst>
              <a:ext uri="{FF2B5EF4-FFF2-40B4-BE49-F238E27FC236}">
                <a16:creationId xmlns:a16="http://schemas.microsoft.com/office/drawing/2014/main" id="{4B269D2E-EDDA-492E-85B6-6B554B52D7D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5" y="9271054"/>
            <a:ext cx="112871" cy="182880"/>
          </a:xfrm>
          <a:prstGeom prst="rect">
            <a:avLst/>
          </a:prstGeom>
        </p:spPr>
      </p:pic>
      <p:pic>
        <p:nvPicPr>
          <p:cNvPr id="865" name="Picture 864">
            <a:extLst>
              <a:ext uri="{FF2B5EF4-FFF2-40B4-BE49-F238E27FC236}">
                <a16:creationId xmlns:a16="http://schemas.microsoft.com/office/drawing/2014/main" id="{7101BF18-EDA1-43E0-8829-EF12308B616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987" y="9271054"/>
            <a:ext cx="112871" cy="182880"/>
          </a:xfrm>
          <a:prstGeom prst="rect">
            <a:avLst/>
          </a:prstGeom>
        </p:spPr>
      </p:pic>
      <p:pic>
        <p:nvPicPr>
          <p:cNvPr id="866" name="Picture 865">
            <a:extLst>
              <a:ext uri="{FF2B5EF4-FFF2-40B4-BE49-F238E27FC236}">
                <a16:creationId xmlns:a16="http://schemas.microsoft.com/office/drawing/2014/main" id="{96D81DC5-BFE8-477E-807A-064754D2271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929" y="9271054"/>
            <a:ext cx="112871" cy="182880"/>
          </a:xfrm>
          <a:prstGeom prst="rect">
            <a:avLst/>
          </a:prstGeom>
        </p:spPr>
      </p:pic>
      <p:pic>
        <p:nvPicPr>
          <p:cNvPr id="867" name="Picture 866">
            <a:extLst>
              <a:ext uri="{FF2B5EF4-FFF2-40B4-BE49-F238E27FC236}">
                <a16:creationId xmlns:a16="http://schemas.microsoft.com/office/drawing/2014/main" id="{C44A90B2-CE49-45B8-B019-6D3DED430A0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71" y="9271054"/>
            <a:ext cx="112871" cy="182880"/>
          </a:xfrm>
          <a:prstGeom prst="rect">
            <a:avLst/>
          </a:prstGeom>
        </p:spPr>
      </p:pic>
      <p:pic>
        <p:nvPicPr>
          <p:cNvPr id="868" name="Picture 867">
            <a:extLst>
              <a:ext uri="{FF2B5EF4-FFF2-40B4-BE49-F238E27FC236}">
                <a16:creationId xmlns:a16="http://schemas.microsoft.com/office/drawing/2014/main" id="{FA479B73-5C2C-40C7-9C18-626013914BA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13" y="9271054"/>
            <a:ext cx="112871" cy="182880"/>
          </a:xfrm>
          <a:prstGeom prst="rect">
            <a:avLst/>
          </a:prstGeom>
        </p:spPr>
      </p:pic>
      <p:pic>
        <p:nvPicPr>
          <p:cNvPr id="869" name="Picture 868">
            <a:extLst>
              <a:ext uri="{FF2B5EF4-FFF2-40B4-BE49-F238E27FC236}">
                <a16:creationId xmlns:a16="http://schemas.microsoft.com/office/drawing/2014/main" id="{8BCC7F4A-7381-4BD5-8488-64D543CA1D8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55" y="9271054"/>
            <a:ext cx="112871" cy="182880"/>
          </a:xfrm>
          <a:prstGeom prst="rect">
            <a:avLst/>
          </a:prstGeom>
        </p:spPr>
      </p:pic>
      <p:sp>
        <p:nvSpPr>
          <p:cNvPr id="870" name="TextBox 869">
            <a:extLst>
              <a:ext uri="{FF2B5EF4-FFF2-40B4-BE49-F238E27FC236}">
                <a16:creationId xmlns:a16="http://schemas.microsoft.com/office/drawing/2014/main" id="{246CFBF2-4713-4BBA-8B86-D3133F136C2B}"/>
              </a:ext>
            </a:extLst>
          </p:cNvPr>
          <p:cNvSpPr txBox="1"/>
          <p:nvPr/>
        </p:nvSpPr>
        <p:spPr>
          <a:xfrm>
            <a:off x="5333166" y="9624780"/>
            <a:ext cx="2807208" cy="153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Utilization = 56/64 = 87.5%</a:t>
            </a: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4DAC0359-50E8-4B4F-8137-BBB0088FB6C0}"/>
              </a:ext>
            </a:extLst>
          </p:cNvPr>
          <p:cNvSpPr/>
          <p:nvPr/>
        </p:nvSpPr>
        <p:spPr>
          <a:xfrm>
            <a:off x="8327940" y="4017008"/>
            <a:ext cx="2977674" cy="1554480"/>
          </a:xfrm>
          <a:prstGeom prst="rect">
            <a:avLst/>
          </a:prstGeom>
          <a:noFill/>
          <a:ln w="12700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72" name="Picture 871">
            <a:extLst>
              <a:ext uri="{FF2B5EF4-FFF2-40B4-BE49-F238E27FC236}">
                <a16:creationId xmlns:a16="http://schemas.microsoft.com/office/drawing/2014/main" id="{A882F64F-44AB-4831-B45F-01CCECCDC6F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4092586"/>
            <a:ext cx="112871" cy="182880"/>
          </a:xfrm>
          <a:prstGeom prst="rect">
            <a:avLst/>
          </a:prstGeom>
        </p:spPr>
      </p:pic>
      <p:pic>
        <p:nvPicPr>
          <p:cNvPr id="873" name="Picture 872">
            <a:extLst>
              <a:ext uri="{FF2B5EF4-FFF2-40B4-BE49-F238E27FC236}">
                <a16:creationId xmlns:a16="http://schemas.microsoft.com/office/drawing/2014/main" id="{F1D61CE0-3197-4EDF-AE76-F174A6DC8DC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148" y="4092586"/>
            <a:ext cx="112871" cy="182880"/>
          </a:xfrm>
          <a:prstGeom prst="rect">
            <a:avLst/>
          </a:prstGeom>
        </p:spPr>
      </p:pic>
      <p:pic>
        <p:nvPicPr>
          <p:cNvPr id="874" name="Picture 873">
            <a:extLst>
              <a:ext uri="{FF2B5EF4-FFF2-40B4-BE49-F238E27FC236}">
                <a16:creationId xmlns:a16="http://schemas.microsoft.com/office/drawing/2014/main" id="{560630A9-A0CB-4F38-866E-A0005F234CE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5026300"/>
            <a:ext cx="112871" cy="182880"/>
          </a:xfrm>
          <a:prstGeom prst="rect">
            <a:avLst/>
          </a:prstGeom>
        </p:spPr>
      </p:pic>
      <p:pic>
        <p:nvPicPr>
          <p:cNvPr id="875" name="Picture 874">
            <a:extLst>
              <a:ext uri="{FF2B5EF4-FFF2-40B4-BE49-F238E27FC236}">
                <a16:creationId xmlns:a16="http://schemas.microsoft.com/office/drawing/2014/main" id="{8A09100A-FEBA-4D0E-B259-0AF92BDA51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148" y="5026300"/>
            <a:ext cx="112871" cy="182880"/>
          </a:xfrm>
          <a:prstGeom prst="rect">
            <a:avLst/>
          </a:prstGeom>
        </p:spPr>
      </p:pic>
      <p:pic>
        <p:nvPicPr>
          <p:cNvPr id="876" name="Picture 875">
            <a:extLst>
              <a:ext uri="{FF2B5EF4-FFF2-40B4-BE49-F238E27FC236}">
                <a16:creationId xmlns:a16="http://schemas.microsoft.com/office/drawing/2014/main" id="{968C7D5F-CE97-4A20-8B2C-932D0732D17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4715062"/>
            <a:ext cx="112871" cy="182880"/>
          </a:xfrm>
          <a:prstGeom prst="rect">
            <a:avLst/>
          </a:prstGeom>
        </p:spPr>
      </p:pic>
      <p:pic>
        <p:nvPicPr>
          <p:cNvPr id="877" name="Picture 876">
            <a:extLst>
              <a:ext uri="{FF2B5EF4-FFF2-40B4-BE49-F238E27FC236}">
                <a16:creationId xmlns:a16="http://schemas.microsoft.com/office/drawing/2014/main" id="{492BCE94-B078-4C46-BF4C-B7F8926270E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148" y="4715062"/>
            <a:ext cx="112871" cy="182880"/>
          </a:xfrm>
          <a:prstGeom prst="rect">
            <a:avLst/>
          </a:prstGeom>
        </p:spPr>
      </p:pic>
      <p:pic>
        <p:nvPicPr>
          <p:cNvPr id="878" name="Picture 877">
            <a:extLst>
              <a:ext uri="{FF2B5EF4-FFF2-40B4-BE49-F238E27FC236}">
                <a16:creationId xmlns:a16="http://schemas.microsoft.com/office/drawing/2014/main" id="{EB9E9F17-D59F-43C6-B168-95BA2D2FC92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4403824"/>
            <a:ext cx="112871" cy="182880"/>
          </a:xfrm>
          <a:prstGeom prst="rect">
            <a:avLst/>
          </a:prstGeom>
        </p:spPr>
      </p:pic>
      <p:pic>
        <p:nvPicPr>
          <p:cNvPr id="879" name="Picture 878">
            <a:extLst>
              <a:ext uri="{FF2B5EF4-FFF2-40B4-BE49-F238E27FC236}">
                <a16:creationId xmlns:a16="http://schemas.microsoft.com/office/drawing/2014/main" id="{16A76E26-85F1-4164-A4E0-1F842B4D234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148" y="4403824"/>
            <a:ext cx="112871" cy="182880"/>
          </a:xfrm>
          <a:prstGeom prst="rect">
            <a:avLst/>
          </a:prstGeom>
        </p:spPr>
      </p:pic>
      <p:pic>
        <p:nvPicPr>
          <p:cNvPr id="880" name="Picture 879">
            <a:extLst>
              <a:ext uri="{FF2B5EF4-FFF2-40B4-BE49-F238E27FC236}">
                <a16:creationId xmlns:a16="http://schemas.microsoft.com/office/drawing/2014/main" id="{CF636A99-7A64-4F0B-BEF8-ABAEE3BE0B5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54" y="4092586"/>
            <a:ext cx="112871" cy="182880"/>
          </a:xfrm>
          <a:prstGeom prst="rect">
            <a:avLst/>
          </a:prstGeom>
        </p:spPr>
      </p:pic>
      <p:pic>
        <p:nvPicPr>
          <p:cNvPr id="881" name="Picture 880">
            <a:extLst>
              <a:ext uri="{FF2B5EF4-FFF2-40B4-BE49-F238E27FC236}">
                <a16:creationId xmlns:a16="http://schemas.microsoft.com/office/drawing/2014/main" id="{CE8E7635-90EF-453D-A4F7-65DC58BAD12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560" y="4092586"/>
            <a:ext cx="112871" cy="182880"/>
          </a:xfrm>
          <a:prstGeom prst="rect">
            <a:avLst/>
          </a:prstGeom>
        </p:spPr>
      </p:pic>
      <p:pic>
        <p:nvPicPr>
          <p:cNvPr id="882" name="Picture 881">
            <a:extLst>
              <a:ext uri="{FF2B5EF4-FFF2-40B4-BE49-F238E27FC236}">
                <a16:creationId xmlns:a16="http://schemas.microsoft.com/office/drawing/2014/main" id="{9B9C2F34-9C74-4AD9-B891-DDB63DAD72A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54" y="5026300"/>
            <a:ext cx="112871" cy="182880"/>
          </a:xfrm>
          <a:prstGeom prst="rect">
            <a:avLst/>
          </a:prstGeom>
        </p:spPr>
      </p:pic>
      <p:pic>
        <p:nvPicPr>
          <p:cNvPr id="883" name="Picture 882">
            <a:extLst>
              <a:ext uri="{FF2B5EF4-FFF2-40B4-BE49-F238E27FC236}">
                <a16:creationId xmlns:a16="http://schemas.microsoft.com/office/drawing/2014/main" id="{D630D51F-BB2A-4317-AF4D-B703D770A81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560" y="5026300"/>
            <a:ext cx="112871" cy="182880"/>
          </a:xfrm>
          <a:prstGeom prst="rect">
            <a:avLst/>
          </a:prstGeom>
        </p:spPr>
      </p:pic>
      <p:pic>
        <p:nvPicPr>
          <p:cNvPr id="884" name="Picture 883">
            <a:extLst>
              <a:ext uri="{FF2B5EF4-FFF2-40B4-BE49-F238E27FC236}">
                <a16:creationId xmlns:a16="http://schemas.microsoft.com/office/drawing/2014/main" id="{066278E4-2FEA-480B-9C4F-0E7F28E7397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54" y="4715062"/>
            <a:ext cx="112871" cy="182880"/>
          </a:xfrm>
          <a:prstGeom prst="rect">
            <a:avLst/>
          </a:prstGeom>
        </p:spPr>
      </p:pic>
      <p:pic>
        <p:nvPicPr>
          <p:cNvPr id="885" name="Picture 884">
            <a:extLst>
              <a:ext uri="{FF2B5EF4-FFF2-40B4-BE49-F238E27FC236}">
                <a16:creationId xmlns:a16="http://schemas.microsoft.com/office/drawing/2014/main" id="{CF7333E0-B6BD-44F3-9471-A6C22B5B565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560" y="4715062"/>
            <a:ext cx="112871" cy="182880"/>
          </a:xfrm>
          <a:prstGeom prst="rect">
            <a:avLst/>
          </a:prstGeom>
        </p:spPr>
      </p:pic>
      <p:pic>
        <p:nvPicPr>
          <p:cNvPr id="886" name="Picture 885">
            <a:extLst>
              <a:ext uri="{FF2B5EF4-FFF2-40B4-BE49-F238E27FC236}">
                <a16:creationId xmlns:a16="http://schemas.microsoft.com/office/drawing/2014/main" id="{14BCE2F1-BB52-4305-A6E6-5DEC4AC7D81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54" y="4403824"/>
            <a:ext cx="112871" cy="182880"/>
          </a:xfrm>
          <a:prstGeom prst="rect">
            <a:avLst/>
          </a:prstGeom>
        </p:spPr>
      </p:pic>
      <p:pic>
        <p:nvPicPr>
          <p:cNvPr id="887" name="Picture 886">
            <a:extLst>
              <a:ext uri="{FF2B5EF4-FFF2-40B4-BE49-F238E27FC236}">
                <a16:creationId xmlns:a16="http://schemas.microsoft.com/office/drawing/2014/main" id="{DC763714-4875-4D31-A918-88EFB3B3D54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560" y="4403824"/>
            <a:ext cx="112871" cy="182880"/>
          </a:xfrm>
          <a:prstGeom prst="rect">
            <a:avLst/>
          </a:prstGeom>
        </p:spPr>
      </p:pic>
      <p:pic>
        <p:nvPicPr>
          <p:cNvPr id="888" name="Picture 887">
            <a:extLst>
              <a:ext uri="{FF2B5EF4-FFF2-40B4-BE49-F238E27FC236}">
                <a16:creationId xmlns:a16="http://schemas.microsoft.com/office/drawing/2014/main" id="{0E8300D1-A988-4B0F-93EC-A678E7ED0D0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266" y="4092586"/>
            <a:ext cx="112871" cy="182880"/>
          </a:xfrm>
          <a:prstGeom prst="rect">
            <a:avLst/>
          </a:prstGeom>
        </p:spPr>
      </p:pic>
      <p:pic>
        <p:nvPicPr>
          <p:cNvPr id="889" name="Picture 888">
            <a:extLst>
              <a:ext uri="{FF2B5EF4-FFF2-40B4-BE49-F238E27FC236}">
                <a16:creationId xmlns:a16="http://schemas.microsoft.com/office/drawing/2014/main" id="{586DF84C-DFBC-4881-8BE8-0556888D5ED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972" y="4092586"/>
            <a:ext cx="112871" cy="182880"/>
          </a:xfrm>
          <a:prstGeom prst="rect">
            <a:avLst/>
          </a:prstGeom>
        </p:spPr>
      </p:pic>
      <p:pic>
        <p:nvPicPr>
          <p:cNvPr id="890" name="Picture 889">
            <a:extLst>
              <a:ext uri="{FF2B5EF4-FFF2-40B4-BE49-F238E27FC236}">
                <a16:creationId xmlns:a16="http://schemas.microsoft.com/office/drawing/2014/main" id="{62F4FEB5-1856-4FC3-AEA7-70523FE8334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266" y="5026300"/>
            <a:ext cx="112871" cy="182880"/>
          </a:xfrm>
          <a:prstGeom prst="rect">
            <a:avLst/>
          </a:prstGeom>
        </p:spPr>
      </p:pic>
      <p:pic>
        <p:nvPicPr>
          <p:cNvPr id="891" name="Picture 890">
            <a:extLst>
              <a:ext uri="{FF2B5EF4-FFF2-40B4-BE49-F238E27FC236}">
                <a16:creationId xmlns:a16="http://schemas.microsoft.com/office/drawing/2014/main" id="{AF41C701-710F-452B-A43A-8D7B3C67D53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972" y="5026300"/>
            <a:ext cx="112871" cy="182880"/>
          </a:xfrm>
          <a:prstGeom prst="rect">
            <a:avLst/>
          </a:prstGeom>
        </p:spPr>
      </p:pic>
      <p:pic>
        <p:nvPicPr>
          <p:cNvPr id="892" name="Picture 891">
            <a:extLst>
              <a:ext uri="{FF2B5EF4-FFF2-40B4-BE49-F238E27FC236}">
                <a16:creationId xmlns:a16="http://schemas.microsoft.com/office/drawing/2014/main" id="{868CC004-EB1C-49CC-B1EF-BF66826EF6B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266" y="4715062"/>
            <a:ext cx="112871" cy="182880"/>
          </a:xfrm>
          <a:prstGeom prst="rect">
            <a:avLst/>
          </a:prstGeom>
        </p:spPr>
      </p:pic>
      <p:pic>
        <p:nvPicPr>
          <p:cNvPr id="893" name="Picture 892">
            <a:extLst>
              <a:ext uri="{FF2B5EF4-FFF2-40B4-BE49-F238E27FC236}">
                <a16:creationId xmlns:a16="http://schemas.microsoft.com/office/drawing/2014/main" id="{00FD47F3-FE32-4B97-88F1-03BF7C6ED78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972" y="4715062"/>
            <a:ext cx="112871" cy="182880"/>
          </a:xfrm>
          <a:prstGeom prst="rect">
            <a:avLst/>
          </a:prstGeom>
        </p:spPr>
      </p:pic>
      <p:pic>
        <p:nvPicPr>
          <p:cNvPr id="894" name="Picture 893">
            <a:extLst>
              <a:ext uri="{FF2B5EF4-FFF2-40B4-BE49-F238E27FC236}">
                <a16:creationId xmlns:a16="http://schemas.microsoft.com/office/drawing/2014/main" id="{97C38DC8-4E16-4BD9-9AE0-15E575E7EC0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266" y="4403824"/>
            <a:ext cx="112871" cy="182880"/>
          </a:xfrm>
          <a:prstGeom prst="rect">
            <a:avLst/>
          </a:prstGeom>
        </p:spPr>
      </p:pic>
      <p:pic>
        <p:nvPicPr>
          <p:cNvPr id="895" name="Picture 894">
            <a:extLst>
              <a:ext uri="{FF2B5EF4-FFF2-40B4-BE49-F238E27FC236}">
                <a16:creationId xmlns:a16="http://schemas.microsoft.com/office/drawing/2014/main" id="{E0FA5B25-DCED-4454-A297-A2D2174B244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972" y="4403824"/>
            <a:ext cx="112871" cy="182880"/>
          </a:xfrm>
          <a:prstGeom prst="rect">
            <a:avLst/>
          </a:prstGeom>
        </p:spPr>
      </p:pic>
      <p:pic>
        <p:nvPicPr>
          <p:cNvPr id="896" name="Picture 895">
            <a:extLst>
              <a:ext uri="{FF2B5EF4-FFF2-40B4-BE49-F238E27FC236}">
                <a16:creationId xmlns:a16="http://schemas.microsoft.com/office/drawing/2014/main" id="{DC13636C-6E7E-47AA-92A8-16F7C271311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678" y="4092586"/>
            <a:ext cx="112871" cy="182880"/>
          </a:xfrm>
          <a:prstGeom prst="rect">
            <a:avLst/>
          </a:prstGeom>
        </p:spPr>
      </p:pic>
      <p:pic>
        <p:nvPicPr>
          <p:cNvPr id="897" name="Picture 896">
            <a:extLst>
              <a:ext uri="{FF2B5EF4-FFF2-40B4-BE49-F238E27FC236}">
                <a16:creationId xmlns:a16="http://schemas.microsoft.com/office/drawing/2014/main" id="{787B49F0-0648-4963-98B2-C310A6B296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384" y="4092586"/>
            <a:ext cx="112871" cy="182880"/>
          </a:xfrm>
          <a:prstGeom prst="rect">
            <a:avLst/>
          </a:prstGeom>
        </p:spPr>
      </p:pic>
      <p:pic>
        <p:nvPicPr>
          <p:cNvPr id="898" name="Picture 897">
            <a:extLst>
              <a:ext uri="{FF2B5EF4-FFF2-40B4-BE49-F238E27FC236}">
                <a16:creationId xmlns:a16="http://schemas.microsoft.com/office/drawing/2014/main" id="{25F80697-DC8F-4460-9634-E8F3B7489AE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678" y="5026300"/>
            <a:ext cx="112871" cy="182880"/>
          </a:xfrm>
          <a:prstGeom prst="rect">
            <a:avLst/>
          </a:prstGeom>
        </p:spPr>
      </p:pic>
      <p:pic>
        <p:nvPicPr>
          <p:cNvPr id="899" name="Picture 898">
            <a:extLst>
              <a:ext uri="{FF2B5EF4-FFF2-40B4-BE49-F238E27FC236}">
                <a16:creationId xmlns:a16="http://schemas.microsoft.com/office/drawing/2014/main" id="{8AFE5069-506F-40B7-98FF-188BD381ABC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384" y="5026300"/>
            <a:ext cx="112871" cy="182880"/>
          </a:xfrm>
          <a:prstGeom prst="rect">
            <a:avLst/>
          </a:prstGeom>
        </p:spPr>
      </p:pic>
      <p:pic>
        <p:nvPicPr>
          <p:cNvPr id="900" name="Picture 899">
            <a:extLst>
              <a:ext uri="{FF2B5EF4-FFF2-40B4-BE49-F238E27FC236}">
                <a16:creationId xmlns:a16="http://schemas.microsoft.com/office/drawing/2014/main" id="{D28B354B-14BB-4C14-9085-8E260D66514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678" y="4715062"/>
            <a:ext cx="112871" cy="182880"/>
          </a:xfrm>
          <a:prstGeom prst="rect">
            <a:avLst/>
          </a:prstGeom>
        </p:spPr>
      </p:pic>
      <p:pic>
        <p:nvPicPr>
          <p:cNvPr id="901" name="Picture 900">
            <a:extLst>
              <a:ext uri="{FF2B5EF4-FFF2-40B4-BE49-F238E27FC236}">
                <a16:creationId xmlns:a16="http://schemas.microsoft.com/office/drawing/2014/main" id="{EA9E2577-E8DE-4BFF-B4A8-08ACE7653FC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384" y="4715062"/>
            <a:ext cx="112871" cy="182880"/>
          </a:xfrm>
          <a:prstGeom prst="rect">
            <a:avLst/>
          </a:prstGeom>
        </p:spPr>
      </p:pic>
      <p:pic>
        <p:nvPicPr>
          <p:cNvPr id="902" name="Picture 901">
            <a:extLst>
              <a:ext uri="{FF2B5EF4-FFF2-40B4-BE49-F238E27FC236}">
                <a16:creationId xmlns:a16="http://schemas.microsoft.com/office/drawing/2014/main" id="{87EACA6E-A2B0-4CDA-A49D-140EA8132F4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678" y="4403824"/>
            <a:ext cx="112871" cy="182880"/>
          </a:xfrm>
          <a:prstGeom prst="rect">
            <a:avLst/>
          </a:prstGeom>
        </p:spPr>
      </p:pic>
      <p:pic>
        <p:nvPicPr>
          <p:cNvPr id="903" name="Picture 902">
            <a:extLst>
              <a:ext uri="{FF2B5EF4-FFF2-40B4-BE49-F238E27FC236}">
                <a16:creationId xmlns:a16="http://schemas.microsoft.com/office/drawing/2014/main" id="{B5453F31-8A12-4247-B067-F849496DD29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384" y="4403824"/>
            <a:ext cx="112871" cy="182880"/>
          </a:xfrm>
          <a:prstGeom prst="rect">
            <a:avLst/>
          </a:prstGeom>
        </p:spPr>
      </p:pic>
      <p:pic>
        <p:nvPicPr>
          <p:cNvPr id="904" name="Picture 903">
            <a:extLst>
              <a:ext uri="{FF2B5EF4-FFF2-40B4-BE49-F238E27FC236}">
                <a16:creationId xmlns:a16="http://schemas.microsoft.com/office/drawing/2014/main" id="{3B45A082-89FD-4B89-9C66-3F4F1CD48DF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090" y="4092586"/>
            <a:ext cx="112871" cy="182880"/>
          </a:xfrm>
          <a:prstGeom prst="rect">
            <a:avLst/>
          </a:prstGeom>
        </p:spPr>
      </p:pic>
      <p:pic>
        <p:nvPicPr>
          <p:cNvPr id="905" name="Picture 904">
            <a:extLst>
              <a:ext uri="{FF2B5EF4-FFF2-40B4-BE49-F238E27FC236}">
                <a16:creationId xmlns:a16="http://schemas.microsoft.com/office/drawing/2014/main" id="{5604258C-209F-40E9-82F0-ACB1A9EB3CD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796" y="4092586"/>
            <a:ext cx="112871" cy="182880"/>
          </a:xfrm>
          <a:prstGeom prst="rect">
            <a:avLst/>
          </a:prstGeom>
        </p:spPr>
      </p:pic>
      <p:pic>
        <p:nvPicPr>
          <p:cNvPr id="906" name="Picture 905">
            <a:extLst>
              <a:ext uri="{FF2B5EF4-FFF2-40B4-BE49-F238E27FC236}">
                <a16:creationId xmlns:a16="http://schemas.microsoft.com/office/drawing/2014/main" id="{17275078-9556-4C10-9FC5-29B85640ADA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090" y="5026300"/>
            <a:ext cx="112871" cy="182880"/>
          </a:xfrm>
          <a:prstGeom prst="rect">
            <a:avLst/>
          </a:prstGeom>
        </p:spPr>
      </p:pic>
      <p:pic>
        <p:nvPicPr>
          <p:cNvPr id="907" name="Picture 906">
            <a:extLst>
              <a:ext uri="{FF2B5EF4-FFF2-40B4-BE49-F238E27FC236}">
                <a16:creationId xmlns:a16="http://schemas.microsoft.com/office/drawing/2014/main" id="{1FE96699-C5FD-463F-ADAD-75CEA8E8557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796" y="5026300"/>
            <a:ext cx="112871" cy="182880"/>
          </a:xfrm>
          <a:prstGeom prst="rect">
            <a:avLst/>
          </a:prstGeom>
        </p:spPr>
      </p:pic>
      <p:pic>
        <p:nvPicPr>
          <p:cNvPr id="908" name="Picture 907">
            <a:extLst>
              <a:ext uri="{FF2B5EF4-FFF2-40B4-BE49-F238E27FC236}">
                <a16:creationId xmlns:a16="http://schemas.microsoft.com/office/drawing/2014/main" id="{E7E25FAA-AE25-4C50-B8F2-D3EBA389CC7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090" y="4715062"/>
            <a:ext cx="112871" cy="182880"/>
          </a:xfrm>
          <a:prstGeom prst="rect">
            <a:avLst/>
          </a:prstGeom>
        </p:spPr>
      </p:pic>
      <p:pic>
        <p:nvPicPr>
          <p:cNvPr id="909" name="Picture 908">
            <a:extLst>
              <a:ext uri="{FF2B5EF4-FFF2-40B4-BE49-F238E27FC236}">
                <a16:creationId xmlns:a16="http://schemas.microsoft.com/office/drawing/2014/main" id="{DD9E0601-85B9-4110-92EC-A15777F943C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796" y="4715062"/>
            <a:ext cx="112871" cy="182880"/>
          </a:xfrm>
          <a:prstGeom prst="rect">
            <a:avLst/>
          </a:prstGeom>
        </p:spPr>
      </p:pic>
      <p:pic>
        <p:nvPicPr>
          <p:cNvPr id="910" name="Picture 909">
            <a:extLst>
              <a:ext uri="{FF2B5EF4-FFF2-40B4-BE49-F238E27FC236}">
                <a16:creationId xmlns:a16="http://schemas.microsoft.com/office/drawing/2014/main" id="{113AFECB-1B8C-4656-9EC1-56C659E52D3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090" y="4403824"/>
            <a:ext cx="112871" cy="182880"/>
          </a:xfrm>
          <a:prstGeom prst="rect">
            <a:avLst/>
          </a:prstGeom>
        </p:spPr>
      </p:pic>
      <p:pic>
        <p:nvPicPr>
          <p:cNvPr id="911" name="Picture 910">
            <a:extLst>
              <a:ext uri="{FF2B5EF4-FFF2-40B4-BE49-F238E27FC236}">
                <a16:creationId xmlns:a16="http://schemas.microsoft.com/office/drawing/2014/main" id="{AD415CAF-928E-489E-81D2-9E3098B1F7F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796" y="4403824"/>
            <a:ext cx="112871" cy="182880"/>
          </a:xfrm>
          <a:prstGeom prst="rect">
            <a:avLst/>
          </a:prstGeom>
        </p:spPr>
      </p:pic>
      <p:pic>
        <p:nvPicPr>
          <p:cNvPr id="912" name="Picture 911">
            <a:extLst>
              <a:ext uri="{FF2B5EF4-FFF2-40B4-BE49-F238E27FC236}">
                <a16:creationId xmlns:a16="http://schemas.microsoft.com/office/drawing/2014/main" id="{350D77F3-E0BD-47D3-8C1B-EC9C053BAE2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502" y="4092586"/>
            <a:ext cx="112871" cy="182880"/>
          </a:xfrm>
          <a:prstGeom prst="rect">
            <a:avLst/>
          </a:prstGeom>
        </p:spPr>
      </p:pic>
      <p:pic>
        <p:nvPicPr>
          <p:cNvPr id="913" name="Picture 912">
            <a:extLst>
              <a:ext uri="{FF2B5EF4-FFF2-40B4-BE49-F238E27FC236}">
                <a16:creationId xmlns:a16="http://schemas.microsoft.com/office/drawing/2014/main" id="{712C1709-DD89-4AE4-9696-F56DA81EF4A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208" y="4092586"/>
            <a:ext cx="112871" cy="182880"/>
          </a:xfrm>
          <a:prstGeom prst="rect">
            <a:avLst/>
          </a:prstGeom>
        </p:spPr>
      </p:pic>
      <p:pic>
        <p:nvPicPr>
          <p:cNvPr id="914" name="Picture 913">
            <a:extLst>
              <a:ext uri="{FF2B5EF4-FFF2-40B4-BE49-F238E27FC236}">
                <a16:creationId xmlns:a16="http://schemas.microsoft.com/office/drawing/2014/main" id="{E23D64FC-2F27-4F35-91B6-8DA32CCAF57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502" y="5026300"/>
            <a:ext cx="112871" cy="182880"/>
          </a:xfrm>
          <a:prstGeom prst="rect">
            <a:avLst/>
          </a:prstGeom>
        </p:spPr>
      </p:pic>
      <p:pic>
        <p:nvPicPr>
          <p:cNvPr id="916" name="Picture 915">
            <a:extLst>
              <a:ext uri="{FF2B5EF4-FFF2-40B4-BE49-F238E27FC236}">
                <a16:creationId xmlns:a16="http://schemas.microsoft.com/office/drawing/2014/main" id="{7E0F1423-9B0E-4E79-B3E3-1D60E87C67F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502" y="4715062"/>
            <a:ext cx="112871" cy="182880"/>
          </a:xfrm>
          <a:prstGeom prst="rect">
            <a:avLst/>
          </a:prstGeom>
        </p:spPr>
      </p:pic>
      <p:pic>
        <p:nvPicPr>
          <p:cNvPr id="917" name="Picture 916">
            <a:extLst>
              <a:ext uri="{FF2B5EF4-FFF2-40B4-BE49-F238E27FC236}">
                <a16:creationId xmlns:a16="http://schemas.microsoft.com/office/drawing/2014/main" id="{F96B9814-C10E-4F67-89E8-BE2751CAD0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208" y="4715062"/>
            <a:ext cx="112871" cy="182880"/>
          </a:xfrm>
          <a:prstGeom prst="rect">
            <a:avLst/>
          </a:prstGeom>
        </p:spPr>
      </p:pic>
      <p:pic>
        <p:nvPicPr>
          <p:cNvPr id="918" name="Picture 917">
            <a:extLst>
              <a:ext uri="{FF2B5EF4-FFF2-40B4-BE49-F238E27FC236}">
                <a16:creationId xmlns:a16="http://schemas.microsoft.com/office/drawing/2014/main" id="{CD561AB2-D979-4098-8661-4063E8F3A03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502" y="4403824"/>
            <a:ext cx="112871" cy="182880"/>
          </a:xfrm>
          <a:prstGeom prst="rect">
            <a:avLst/>
          </a:prstGeom>
        </p:spPr>
      </p:pic>
      <p:pic>
        <p:nvPicPr>
          <p:cNvPr id="919" name="Picture 918">
            <a:extLst>
              <a:ext uri="{FF2B5EF4-FFF2-40B4-BE49-F238E27FC236}">
                <a16:creationId xmlns:a16="http://schemas.microsoft.com/office/drawing/2014/main" id="{2AA4BF77-48D7-4423-B0C7-7D9184E2A8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208" y="4403824"/>
            <a:ext cx="112871" cy="182880"/>
          </a:xfrm>
          <a:prstGeom prst="rect">
            <a:avLst/>
          </a:prstGeom>
        </p:spPr>
      </p:pic>
      <p:pic>
        <p:nvPicPr>
          <p:cNvPr id="920" name="Picture 919">
            <a:extLst>
              <a:ext uri="{FF2B5EF4-FFF2-40B4-BE49-F238E27FC236}">
                <a16:creationId xmlns:a16="http://schemas.microsoft.com/office/drawing/2014/main" id="{8E4ACC25-290A-4317-B712-424FFBE7A3B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14" y="4092586"/>
            <a:ext cx="112871" cy="182880"/>
          </a:xfrm>
          <a:prstGeom prst="rect">
            <a:avLst/>
          </a:prstGeom>
        </p:spPr>
      </p:pic>
      <p:pic>
        <p:nvPicPr>
          <p:cNvPr id="921" name="Picture 920">
            <a:extLst>
              <a:ext uri="{FF2B5EF4-FFF2-40B4-BE49-F238E27FC236}">
                <a16:creationId xmlns:a16="http://schemas.microsoft.com/office/drawing/2014/main" id="{F0B67D7E-8DE9-496A-A401-277FFBC5C17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620" y="4092586"/>
            <a:ext cx="112871" cy="182880"/>
          </a:xfrm>
          <a:prstGeom prst="rect">
            <a:avLst/>
          </a:prstGeom>
        </p:spPr>
      </p:pic>
      <p:pic>
        <p:nvPicPr>
          <p:cNvPr id="924" name="Picture 923">
            <a:extLst>
              <a:ext uri="{FF2B5EF4-FFF2-40B4-BE49-F238E27FC236}">
                <a16:creationId xmlns:a16="http://schemas.microsoft.com/office/drawing/2014/main" id="{C4E423E8-8C03-4C33-9CDF-AF74BE53DA3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14" y="4715062"/>
            <a:ext cx="112871" cy="182880"/>
          </a:xfrm>
          <a:prstGeom prst="rect">
            <a:avLst/>
          </a:prstGeom>
        </p:spPr>
      </p:pic>
      <p:pic>
        <p:nvPicPr>
          <p:cNvPr id="925" name="Picture 924">
            <a:extLst>
              <a:ext uri="{FF2B5EF4-FFF2-40B4-BE49-F238E27FC236}">
                <a16:creationId xmlns:a16="http://schemas.microsoft.com/office/drawing/2014/main" id="{A5C7E9CB-84FF-4684-8DE4-CB7FA19A707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620" y="4715062"/>
            <a:ext cx="112871" cy="182880"/>
          </a:xfrm>
          <a:prstGeom prst="rect">
            <a:avLst/>
          </a:prstGeom>
        </p:spPr>
      </p:pic>
      <p:pic>
        <p:nvPicPr>
          <p:cNvPr id="926" name="Picture 925">
            <a:extLst>
              <a:ext uri="{FF2B5EF4-FFF2-40B4-BE49-F238E27FC236}">
                <a16:creationId xmlns:a16="http://schemas.microsoft.com/office/drawing/2014/main" id="{07517E8C-42A0-4AA2-8BC1-F2B570BF2E2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14" y="4403824"/>
            <a:ext cx="112871" cy="182880"/>
          </a:xfrm>
          <a:prstGeom prst="rect">
            <a:avLst/>
          </a:prstGeom>
        </p:spPr>
      </p:pic>
      <p:pic>
        <p:nvPicPr>
          <p:cNvPr id="927" name="Picture 926">
            <a:extLst>
              <a:ext uri="{FF2B5EF4-FFF2-40B4-BE49-F238E27FC236}">
                <a16:creationId xmlns:a16="http://schemas.microsoft.com/office/drawing/2014/main" id="{CE005EB7-A850-49CD-A124-B966EA4CAA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620" y="4403824"/>
            <a:ext cx="112871" cy="182880"/>
          </a:xfrm>
          <a:prstGeom prst="rect">
            <a:avLst/>
          </a:prstGeom>
        </p:spPr>
      </p:pic>
      <p:pic>
        <p:nvPicPr>
          <p:cNvPr id="928" name="Picture 927">
            <a:extLst>
              <a:ext uri="{FF2B5EF4-FFF2-40B4-BE49-F238E27FC236}">
                <a16:creationId xmlns:a16="http://schemas.microsoft.com/office/drawing/2014/main" id="{50158991-A2C9-43A6-BCAE-79D4DA5D9EA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326" y="4092586"/>
            <a:ext cx="112871" cy="182880"/>
          </a:xfrm>
          <a:prstGeom prst="rect">
            <a:avLst/>
          </a:prstGeom>
        </p:spPr>
      </p:pic>
      <p:pic>
        <p:nvPicPr>
          <p:cNvPr id="929" name="Picture 928">
            <a:extLst>
              <a:ext uri="{FF2B5EF4-FFF2-40B4-BE49-F238E27FC236}">
                <a16:creationId xmlns:a16="http://schemas.microsoft.com/office/drawing/2014/main" id="{472AB5B7-FB72-45AB-BED3-CDE9F12B666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032" y="4092586"/>
            <a:ext cx="112871" cy="182880"/>
          </a:xfrm>
          <a:prstGeom prst="rect">
            <a:avLst/>
          </a:prstGeom>
        </p:spPr>
      </p:pic>
      <p:pic>
        <p:nvPicPr>
          <p:cNvPr id="932" name="Picture 931">
            <a:extLst>
              <a:ext uri="{FF2B5EF4-FFF2-40B4-BE49-F238E27FC236}">
                <a16:creationId xmlns:a16="http://schemas.microsoft.com/office/drawing/2014/main" id="{631CAB4E-8A0D-4070-86D0-9FFB7015311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326" y="4715062"/>
            <a:ext cx="112871" cy="182880"/>
          </a:xfrm>
          <a:prstGeom prst="rect">
            <a:avLst/>
          </a:prstGeom>
        </p:spPr>
      </p:pic>
      <p:pic>
        <p:nvPicPr>
          <p:cNvPr id="933" name="Picture 932">
            <a:extLst>
              <a:ext uri="{FF2B5EF4-FFF2-40B4-BE49-F238E27FC236}">
                <a16:creationId xmlns:a16="http://schemas.microsoft.com/office/drawing/2014/main" id="{1CFE7B1F-EBA9-4EFA-82F1-31B75C37802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032" y="4715062"/>
            <a:ext cx="112871" cy="182880"/>
          </a:xfrm>
          <a:prstGeom prst="rect">
            <a:avLst/>
          </a:prstGeom>
        </p:spPr>
      </p:pic>
      <p:pic>
        <p:nvPicPr>
          <p:cNvPr id="934" name="Picture 933">
            <a:extLst>
              <a:ext uri="{FF2B5EF4-FFF2-40B4-BE49-F238E27FC236}">
                <a16:creationId xmlns:a16="http://schemas.microsoft.com/office/drawing/2014/main" id="{BE237DC6-CA68-4926-AE33-B5090E83230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326" y="4403824"/>
            <a:ext cx="112871" cy="182880"/>
          </a:xfrm>
          <a:prstGeom prst="rect">
            <a:avLst/>
          </a:prstGeom>
        </p:spPr>
      </p:pic>
      <p:pic>
        <p:nvPicPr>
          <p:cNvPr id="935" name="Picture 934">
            <a:extLst>
              <a:ext uri="{FF2B5EF4-FFF2-40B4-BE49-F238E27FC236}">
                <a16:creationId xmlns:a16="http://schemas.microsoft.com/office/drawing/2014/main" id="{67512B4F-D892-442E-811F-9781108E285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032" y="4403824"/>
            <a:ext cx="112871" cy="182880"/>
          </a:xfrm>
          <a:prstGeom prst="rect">
            <a:avLst/>
          </a:prstGeom>
        </p:spPr>
      </p:pic>
      <p:pic>
        <p:nvPicPr>
          <p:cNvPr id="936" name="Picture 935">
            <a:extLst>
              <a:ext uri="{FF2B5EF4-FFF2-40B4-BE49-F238E27FC236}">
                <a16:creationId xmlns:a16="http://schemas.microsoft.com/office/drawing/2014/main" id="{345DF5BD-1D04-40A0-B99E-9EDE59F96F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738" y="4092586"/>
            <a:ext cx="112871" cy="182880"/>
          </a:xfrm>
          <a:prstGeom prst="rect">
            <a:avLst/>
          </a:prstGeom>
        </p:spPr>
      </p:pic>
      <p:pic>
        <p:nvPicPr>
          <p:cNvPr id="940" name="Picture 939">
            <a:extLst>
              <a:ext uri="{FF2B5EF4-FFF2-40B4-BE49-F238E27FC236}">
                <a16:creationId xmlns:a16="http://schemas.microsoft.com/office/drawing/2014/main" id="{96EEE914-BD86-43E7-92EA-CB5C4D62C6A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738" y="4715062"/>
            <a:ext cx="112871" cy="182880"/>
          </a:xfrm>
          <a:prstGeom prst="rect">
            <a:avLst/>
          </a:prstGeom>
        </p:spPr>
      </p:pic>
      <p:pic>
        <p:nvPicPr>
          <p:cNvPr id="942" name="Picture 941">
            <a:extLst>
              <a:ext uri="{FF2B5EF4-FFF2-40B4-BE49-F238E27FC236}">
                <a16:creationId xmlns:a16="http://schemas.microsoft.com/office/drawing/2014/main" id="{64D80B3E-B0DB-4FA7-8849-8F865A8E685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738" y="4403824"/>
            <a:ext cx="112871" cy="182880"/>
          </a:xfrm>
          <a:prstGeom prst="rect">
            <a:avLst/>
          </a:prstGeom>
        </p:spPr>
      </p:pic>
      <p:pic>
        <p:nvPicPr>
          <p:cNvPr id="945" name="Picture 944">
            <a:extLst>
              <a:ext uri="{FF2B5EF4-FFF2-40B4-BE49-F238E27FC236}">
                <a16:creationId xmlns:a16="http://schemas.microsoft.com/office/drawing/2014/main" id="{7C47FB19-AD0B-4985-903F-9430F284E5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4092586"/>
            <a:ext cx="112871" cy="182880"/>
          </a:xfrm>
          <a:prstGeom prst="rect">
            <a:avLst/>
          </a:prstGeom>
        </p:spPr>
      </p:pic>
      <p:pic>
        <p:nvPicPr>
          <p:cNvPr id="949" name="Picture 948">
            <a:extLst>
              <a:ext uri="{FF2B5EF4-FFF2-40B4-BE49-F238E27FC236}">
                <a16:creationId xmlns:a16="http://schemas.microsoft.com/office/drawing/2014/main" id="{00E7EDD2-24B1-4B21-9703-D500C4C55B7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4715062"/>
            <a:ext cx="112871" cy="182880"/>
          </a:xfrm>
          <a:prstGeom prst="rect">
            <a:avLst/>
          </a:prstGeom>
        </p:spPr>
      </p:pic>
      <p:pic>
        <p:nvPicPr>
          <p:cNvPr id="951" name="Picture 950">
            <a:extLst>
              <a:ext uri="{FF2B5EF4-FFF2-40B4-BE49-F238E27FC236}">
                <a16:creationId xmlns:a16="http://schemas.microsoft.com/office/drawing/2014/main" id="{C12D2008-98DA-4E53-9A09-FF5F60F4633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4403824"/>
            <a:ext cx="112871" cy="182880"/>
          </a:xfrm>
          <a:prstGeom prst="rect">
            <a:avLst/>
          </a:prstGeom>
        </p:spPr>
      </p:pic>
      <p:pic>
        <p:nvPicPr>
          <p:cNvPr id="952" name="Picture 951">
            <a:extLst>
              <a:ext uri="{FF2B5EF4-FFF2-40B4-BE49-F238E27FC236}">
                <a16:creationId xmlns:a16="http://schemas.microsoft.com/office/drawing/2014/main" id="{CCB4C91F-2A55-4CDB-A27A-4FB08C69D81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5337537"/>
            <a:ext cx="112871" cy="182880"/>
          </a:xfrm>
          <a:prstGeom prst="rect">
            <a:avLst/>
          </a:prstGeom>
        </p:spPr>
      </p:pic>
      <p:pic>
        <p:nvPicPr>
          <p:cNvPr id="953" name="Picture 952">
            <a:extLst>
              <a:ext uri="{FF2B5EF4-FFF2-40B4-BE49-F238E27FC236}">
                <a16:creationId xmlns:a16="http://schemas.microsoft.com/office/drawing/2014/main" id="{A93821CB-93FD-4155-96FE-CDDB797FD93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5337537"/>
            <a:ext cx="112871" cy="182880"/>
          </a:xfrm>
          <a:prstGeom prst="rect">
            <a:avLst/>
          </a:prstGeom>
        </p:spPr>
      </p:pic>
      <p:pic>
        <p:nvPicPr>
          <p:cNvPr id="954" name="Picture 953">
            <a:extLst>
              <a:ext uri="{FF2B5EF4-FFF2-40B4-BE49-F238E27FC236}">
                <a16:creationId xmlns:a16="http://schemas.microsoft.com/office/drawing/2014/main" id="{FFEB266A-DCA8-4EC7-B1D2-8D01E2389C3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109" y="5337537"/>
            <a:ext cx="112871" cy="182880"/>
          </a:xfrm>
          <a:prstGeom prst="rect">
            <a:avLst/>
          </a:prstGeom>
        </p:spPr>
      </p:pic>
      <p:pic>
        <p:nvPicPr>
          <p:cNvPr id="955" name="Picture 954">
            <a:extLst>
              <a:ext uri="{FF2B5EF4-FFF2-40B4-BE49-F238E27FC236}">
                <a16:creationId xmlns:a16="http://schemas.microsoft.com/office/drawing/2014/main" id="{D4BEEB9F-ED36-46CA-A822-81373486B91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776" y="5337537"/>
            <a:ext cx="112871" cy="182880"/>
          </a:xfrm>
          <a:prstGeom prst="rect">
            <a:avLst/>
          </a:prstGeom>
        </p:spPr>
      </p:pic>
      <p:pic>
        <p:nvPicPr>
          <p:cNvPr id="956" name="Picture 955">
            <a:extLst>
              <a:ext uri="{FF2B5EF4-FFF2-40B4-BE49-F238E27FC236}">
                <a16:creationId xmlns:a16="http://schemas.microsoft.com/office/drawing/2014/main" id="{F741C3EE-1A43-4BCD-B9D2-2CBE604ECE7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443" y="5337537"/>
            <a:ext cx="112871" cy="182880"/>
          </a:xfrm>
          <a:prstGeom prst="rect">
            <a:avLst/>
          </a:prstGeom>
        </p:spPr>
      </p:pic>
      <p:pic>
        <p:nvPicPr>
          <p:cNvPr id="957" name="Picture 956">
            <a:extLst>
              <a:ext uri="{FF2B5EF4-FFF2-40B4-BE49-F238E27FC236}">
                <a16:creationId xmlns:a16="http://schemas.microsoft.com/office/drawing/2014/main" id="{1E1EB61E-317E-4A87-8D36-B84A68A8594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110" y="5337537"/>
            <a:ext cx="112871" cy="182880"/>
          </a:xfrm>
          <a:prstGeom prst="rect">
            <a:avLst/>
          </a:prstGeom>
        </p:spPr>
      </p:pic>
      <p:pic>
        <p:nvPicPr>
          <p:cNvPr id="958" name="Picture 957">
            <a:extLst>
              <a:ext uri="{FF2B5EF4-FFF2-40B4-BE49-F238E27FC236}">
                <a16:creationId xmlns:a16="http://schemas.microsoft.com/office/drawing/2014/main" id="{F13C2DA9-5DF7-4EDB-8CEA-7C42EF77577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777" y="5337537"/>
            <a:ext cx="112871" cy="182880"/>
          </a:xfrm>
          <a:prstGeom prst="rect">
            <a:avLst/>
          </a:prstGeom>
        </p:spPr>
      </p:pic>
      <p:pic>
        <p:nvPicPr>
          <p:cNvPr id="959" name="Picture 958">
            <a:extLst>
              <a:ext uri="{FF2B5EF4-FFF2-40B4-BE49-F238E27FC236}">
                <a16:creationId xmlns:a16="http://schemas.microsoft.com/office/drawing/2014/main" id="{993B916E-DED7-4075-A8B1-E8872ABAE62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444" y="5337537"/>
            <a:ext cx="112871" cy="182880"/>
          </a:xfrm>
          <a:prstGeom prst="rect">
            <a:avLst/>
          </a:prstGeom>
        </p:spPr>
      </p:pic>
      <p:pic>
        <p:nvPicPr>
          <p:cNvPr id="960" name="Picture 959">
            <a:extLst>
              <a:ext uri="{FF2B5EF4-FFF2-40B4-BE49-F238E27FC236}">
                <a16:creationId xmlns:a16="http://schemas.microsoft.com/office/drawing/2014/main" id="{8425F240-9CB1-47E9-AB3E-B70A34E8956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111" y="5337537"/>
            <a:ext cx="112871" cy="182880"/>
          </a:xfrm>
          <a:prstGeom prst="rect">
            <a:avLst/>
          </a:prstGeom>
        </p:spPr>
      </p:pic>
      <p:pic>
        <p:nvPicPr>
          <p:cNvPr id="961" name="Picture 960">
            <a:extLst>
              <a:ext uri="{FF2B5EF4-FFF2-40B4-BE49-F238E27FC236}">
                <a16:creationId xmlns:a16="http://schemas.microsoft.com/office/drawing/2014/main" id="{66768B5E-C2D7-4F41-9990-A819739615D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778" y="5337537"/>
            <a:ext cx="112871" cy="182880"/>
          </a:xfrm>
          <a:prstGeom prst="rect">
            <a:avLst/>
          </a:prstGeom>
        </p:spPr>
      </p:pic>
      <p:pic>
        <p:nvPicPr>
          <p:cNvPr id="962" name="Picture 961">
            <a:extLst>
              <a:ext uri="{FF2B5EF4-FFF2-40B4-BE49-F238E27FC236}">
                <a16:creationId xmlns:a16="http://schemas.microsoft.com/office/drawing/2014/main" id="{A728B306-5C96-4A44-B12D-44AE903F315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445" y="5337537"/>
            <a:ext cx="112871" cy="182880"/>
          </a:xfrm>
          <a:prstGeom prst="rect">
            <a:avLst/>
          </a:prstGeom>
        </p:spPr>
      </p:pic>
      <p:pic>
        <p:nvPicPr>
          <p:cNvPr id="963" name="Picture 962">
            <a:extLst>
              <a:ext uri="{FF2B5EF4-FFF2-40B4-BE49-F238E27FC236}">
                <a16:creationId xmlns:a16="http://schemas.microsoft.com/office/drawing/2014/main" id="{AE4A13E8-387A-4911-A03B-FA6B1D23CF3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112" y="5337537"/>
            <a:ext cx="112871" cy="182880"/>
          </a:xfrm>
          <a:prstGeom prst="rect">
            <a:avLst/>
          </a:prstGeom>
        </p:spPr>
      </p:pic>
      <p:pic>
        <p:nvPicPr>
          <p:cNvPr id="964" name="Picture 963">
            <a:extLst>
              <a:ext uri="{FF2B5EF4-FFF2-40B4-BE49-F238E27FC236}">
                <a16:creationId xmlns:a16="http://schemas.microsoft.com/office/drawing/2014/main" id="{D83BB04B-BC81-4B26-9669-7109D6B3349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779" y="5337537"/>
            <a:ext cx="112871" cy="182880"/>
          </a:xfrm>
          <a:prstGeom prst="rect">
            <a:avLst/>
          </a:prstGeom>
        </p:spPr>
      </p:pic>
      <p:pic>
        <p:nvPicPr>
          <p:cNvPr id="965" name="Picture 964">
            <a:extLst>
              <a:ext uri="{FF2B5EF4-FFF2-40B4-BE49-F238E27FC236}">
                <a16:creationId xmlns:a16="http://schemas.microsoft.com/office/drawing/2014/main" id="{B822111F-D5B6-4F86-89EC-31C19E513CD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446" y="5337537"/>
            <a:ext cx="112871" cy="182880"/>
          </a:xfrm>
          <a:prstGeom prst="rect">
            <a:avLst/>
          </a:prstGeom>
        </p:spPr>
      </p:pic>
      <p:pic>
        <p:nvPicPr>
          <p:cNvPr id="966" name="Picture 965">
            <a:extLst>
              <a:ext uri="{FF2B5EF4-FFF2-40B4-BE49-F238E27FC236}">
                <a16:creationId xmlns:a16="http://schemas.microsoft.com/office/drawing/2014/main" id="{47A19C15-B2C7-4796-8BBD-27179718AE0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113" y="5337537"/>
            <a:ext cx="112871" cy="182880"/>
          </a:xfrm>
          <a:prstGeom prst="rect">
            <a:avLst/>
          </a:prstGeom>
        </p:spPr>
      </p:pic>
      <p:pic>
        <p:nvPicPr>
          <p:cNvPr id="967" name="Picture 966">
            <a:extLst>
              <a:ext uri="{FF2B5EF4-FFF2-40B4-BE49-F238E27FC236}">
                <a16:creationId xmlns:a16="http://schemas.microsoft.com/office/drawing/2014/main" id="{1EC3CD13-232E-404C-8339-4B0EE891D20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780" y="5337537"/>
            <a:ext cx="112871" cy="182880"/>
          </a:xfrm>
          <a:prstGeom prst="rect">
            <a:avLst/>
          </a:prstGeom>
        </p:spPr>
      </p:pic>
      <p:pic>
        <p:nvPicPr>
          <p:cNvPr id="972" name="Picture 971">
            <a:extLst>
              <a:ext uri="{FF2B5EF4-FFF2-40B4-BE49-F238E27FC236}">
                <a16:creationId xmlns:a16="http://schemas.microsoft.com/office/drawing/2014/main" id="{0C284505-967E-4B44-BA17-76233F49686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5026300"/>
            <a:ext cx="112871" cy="182880"/>
          </a:xfrm>
          <a:prstGeom prst="rect">
            <a:avLst/>
          </a:prstGeom>
        </p:spPr>
      </p:pic>
      <p:pic>
        <p:nvPicPr>
          <p:cNvPr id="973" name="Picture 972">
            <a:extLst>
              <a:ext uri="{FF2B5EF4-FFF2-40B4-BE49-F238E27FC236}">
                <a16:creationId xmlns:a16="http://schemas.microsoft.com/office/drawing/2014/main" id="{52033823-8B3E-4E4A-8800-58333F7C03B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14" y="5026300"/>
            <a:ext cx="112871" cy="182880"/>
          </a:xfrm>
          <a:prstGeom prst="rect">
            <a:avLst/>
          </a:prstGeom>
        </p:spPr>
      </p:pic>
      <p:pic>
        <p:nvPicPr>
          <p:cNvPr id="974" name="Picture 973">
            <a:extLst>
              <a:ext uri="{FF2B5EF4-FFF2-40B4-BE49-F238E27FC236}">
                <a16:creationId xmlns:a16="http://schemas.microsoft.com/office/drawing/2014/main" id="{7FD8190C-2DD4-4F41-99CD-957F932594A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620" y="5026300"/>
            <a:ext cx="112871" cy="182880"/>
          </a:xfrm>
          <a:prstGeom prst="rect">
            <a:avLst/>
          </a:prstGeom>
        </p:spPr>
      </p:pic>
      <p:pic>
        <p:nvPicPr>
          <p:cNvPr id="975" name="Picture 974">
            <a:extLst>
              <a:ext uri="{FF2B5EF4-FFF2-40B4-BE49-F238E27FC236}">
                <a16:creationId xmlns:a16="http://schemas.microsoft.com/office/drawing/2014/main" id="{6B7BC39F-7AC7-46BC-8F52-3B04863ACC4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326" y="5026300"/>
            <a:ext cx="112871" cy="182880"/>
          </a:xfrm>
          <a:prstGeom prst="rect">
            <a:avLst/>
          </a:prstGeom>
        </p:spPr>
      </p:pic>
      <p:pic>
        <p:nvPicPr>
          <p:cNvPr id="976" name="Picture 975">
            <a:extLst>
              <a:ext uri="{FF2B5EF4-FFF2-40B4-BE49-F238E27FC236}">
                <a16:creationId xmlns:a16="http://schemas.microsoft.com/office/drawing/2014/main" id="{A8CEA153-9CE0-449F-A868-9A069552084B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032" y="5026300"/>
            <a:ext cx="112871" cy="182880"/>
          </a:xfrm>
          <a:prstGeom prst="rect">
            <a:avLst/>
          </a:prstGeom>
        </p:spPr>
      </p:pic>
      <p:pic>
        <p:nvPicPr>
          <p:cNvPr id="977" name="Picture 976">
            <a:extLst>
              <a:ext uri="{FF2B5EF4-FFF2-40B4-BE49-F238E27FC236}">
                <a16:creationId xmlns:a16="http://schemas.microsoft.com/office/drawing/2014/main" id="{640FE3D7-328F-454A-8D58-6FBB4AE6D83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738" y="5026300"/>
            <a:ext cx="112871" cy="182880"/>
          </a:xfrm>
          <a:prstGeom prst="rect">
            <a:avLst/>
          </a:prstGeom>
        </p:spPr>
      </p:pic>
      <p:pic>
        <p:nvPicPr>
          <p:cNvPr id="978" name="Picture 977">
            <a:extLst>
              <a:ext uri="{FF2B5EF4-FFF2-40B4-BE49-F238E27FC236}">
                <a16:creationId xmlns:a16="http://schemas.microsoft.com/office/drawing/2014/main" id="{07A5EB32-081D-4CB9-9FA7-0598370468F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208" y="5026300"/>
            <a:ext cx="112871" cy="182880"/>
          </a:xfrm>
          <a:prstGeom prst="rect">
            <a:avLst/>
          </a:prstGeom>
        </p:spPr>
      </p:pic>
      <p:sp>
        <p:nvSpPr>
          <p:cNvPr id="979" name="TextBox 978">
            <a:extLst>
              <a:ext uri="{FF2B5EF4-FFF2-40B4-BE49-F238E27FC236}">
                <a16:creationId xmlns:a16="http://schemas.microsoft.com/office/drawing/2014/main" id="{77A87BDE-4AE0-4330-B80E-2655D1D1FBFD}"/>
              </a:ext>
            </a:extLst>
          </p:cNvPr>
          <p:cNvSpPr txBox="1"/>
          <p:nvPr/>
        </p:nvSpPr>
        <p:spPr>
          <a:xfrm>
            <a:off x="8327940" y="5613031"/>
            <a:ext cx="2980944" cy="153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Utilization = 65/88 = 73.9%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806C1264-CBB6-4341-9096-DDB25E06A19E}"/>
              </a:ext>
            </a:extLst>
          </p:cNvPr>
          <p:cNvSpPr/>
          <p:nvPr/>
        </p:nvSpPr>
        <p:spPr>
          <a:xfrm>
            <a:off x="8327940" y="6031206"/>
            <a:ext cx="2977674" cy="1554480"/>
          </a:xfrm>
          <a:prstGeom prst="rect">
            <a:avLst/>
          </a:prstGeom>
          <a:noFill/>
          <a:ln w="12700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81" name="Picture 980">
            <a:extLst>
              <a:ext uri="{FF2B5EF4-FFF2-40B4-BE49-F238E27FC236}">
                <a16:creationId xmlns:a16="http://schemas.microsoft.com/office/drawing/2014/main" id="{D9379072-D8F5-4B78-AD3E-850847184C3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6106784"/>
            <a:ext cx="112871" cy="182880"/>
          </a:xfrm>
          <a:prstGeom prst="rect">
            <a:avLst/>
          </a:prstGeom>
        </p:spPr>
      </p:pic>
      <p:pic>
        <p:nvPicPr>
          <p:cNvPr id="982" name="Picture 981">
            <a:extLst>
              <a:ext uri="{FF2B5EF4-FFF2-40B4-BE49-F238E27FC236}">
                <a16:creationId xmlns:a16="http://schemas.microsoft.com/office/drawing/2014/main" id="{D9B4FA31-A9CE-487A-A2B4-151A7154F0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443" y="6106784"/>
            <a:ext cx="112871" cy="182880"/>
          </a:xfrm>
          <a:prstGeom prst="rect">
            <a:avLst/>
          </a:prstGeom>
        </p:spPr>
      </p:pic>
      <p:pic>
        <p:nvPicPr>
          <p:cNvPr id="983" name="Picture 982">
            <a:extLst>
              <a:ext uri="{FF2B5EF4-FFF2-40B4-BE49-F238E27FC236}">
                <a16:creationId xmlns:a16="http://schemas.microsoft.com/office/drawing/2014/main" id="{BDF0B75B-60BC-48C9-A88F-63E2E0FE363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7040498"/>
            <a:ext cx="112871" cy="182880"/>
          </a:xfrm>
          <a:prstGeom prst="rect">
            <a:avLst/>
          </a:prstGeom>
        </p:spPr>
      </p:pic>
      <p:pic>
        <p:nvPicPr>
          <p:cNvPr id="984" name="Picture 983">
            <a:extLst>
              <a:ext uri="{FF2B5EF4-FFF2-40B4-BE49-F238E27FC236}">
                <a16:creationId xmlns:a16="http://schemas.microsoft.com/office/drawing/2014/main" id="{4FA5C8C3-9355-46C3-991A-D101001015F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443" y="7040498"/>
            <a:ext cx="112871" cy="182880"/>
          </a:xfrm>
          <a:prstGeom prst="rect">
            <a:avLst/>
          </a:prstGeom>
        </p:spPr>
      </p:pic>
      <p:pic>
        <p:nvPicPr>
          <p:cNvPr id="985" name="Picture 984">
            <a:extLst>
              <a:ext uri="{FF2B5EF4-FFF2-40B4-BE49-F238E27FC236}">
                <a16:creationId xmlns:a16="http://schemas.microsoft.com/office/drawing/2014/main" id="{C6C11C7C-3DAE-4E72-96F1-B4D2E5F6563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6729260"/>
            <a:ext cx="112871" cy="182880"/>
          </a:xfrm>
          <a:prstGeom prst="rect">
            <a:avLst/>
          </a:prstGeom>
        </p:spPr>
      </p:pic>
      <p:pic>
        <p:nvPicPr>
          <p:cNvPr id="986" name="Picture 985">
            <a:extLst>
              <a:ext uri="{FF2B5EF4-FFF2-40B4-BE49-F238E27FC236}">
                <a16:creationId xmlns:a16="http://schemas.microsoft.com/office/drawing/2014/main" id="{61387472-7C7A-4263-B753-4FD3FF57859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443" y="6729260"/>
            <a:ext cx="112871" cy="182880"/>
          </a:xfrm>
          <a:prstGeom prst="rect">
            <a:avLst/>
          </a:prstGeom>
        </p:spPr>
      </p:pic>
      <p:pic>
        <p:nvPicPr>
          <p:cNvPr id="987" name="Picture 986">
            <a:extLst>
              <a:ext uri="{FF2B5EF4-FFF2-40B4-BE49-F238E27FC236}">
                <a16:creationId xmlns:a16="http://schemas.microsoft.com/office/drawing/2014/main" id="{5CA97217-D3A9-4A8A-9101-F6E4A7B1DF7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6418022"/>
            <a:ext cx="112871" cy="182880"/>
          </a:xfrm>
          <a:prstGeom prst="rect">
            <a:avLst/>
          </a:prstGeom>
        </p:spPr>
      </p:pic>
      <p:pic>
        <p:nvPicPr>
          <p:cNvPr id="988" name="Picture 987">
            <a:extLst>
              <a:ext uri="{FF2B5EF4-FFF2-40B4-BE49-F238E27FC236}">
                <a16:creationId xmlns:a16="http://schemas.microsoft.com/office/drawing/2014/main" id="{FC96B1B5-730E-4D09-A4FE-DD8CE154148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443" y="6418022"/>
            <a:ext cx="112871" cy="182880"/>
          </a:xfrm>
          <a:prstGeom prst="rect">
            <a:avLst/>
          </a:prstGeom>
        </p:spPr>
      </p:pic>
      <p:pic>
        <p:nvPicPr>
          <p:cNvPr id="989" name="Picture 988">
            <a:extLst>
              <a:ext uri="{FF2B5EF4-FFF2-40B4-BE49-F238E27FC236}">
                <a16:creationId xmlns:a16="http://schemas.microsoft.com/office/drawing/2014/main" id="{62099571-1CE6-4D8B-82F9-BA25E7DE008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44" y="6106784"/>
            <a:ext cx="112871" cy="182880"/>
          </a:xfrm>
          <a:prstGeom prst="rect">
            <a:avLst/>
          </a:prstGeom>
        </p:spPr>
      </p:pic>
      <p:pic>
        <p:nvPicPr>
          <p:cNvPr id="990" name="Picture 989">
            <a:extLst>
              <a:ext uri="{FF2B5EF4-FFF2-40B4-BE49-F238E27FC236}">
                <a16:creationId xmlns:a16="http://schemas.microsoft.com/office/drawing/2014/main" id="{24F98FA3-15EF-4A30-8605-E1DFFE0C79F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445" y="6106784"/>
            <a:ext cx="112871" cy="182880"/>
          </a:xfrm>
          <a:prstGeom prst="rect">
            <a:avLst/>
          </a:prstGeom>
        </p:spPr>
      </p:pic>
      <p:pic>
        <p:nvPicPr>
          <p:cNvPr id="991" name="Picture 990">
            <a:extLst>
              <a:ext uri="{FF2B5EF4-FFF2-40B4-BE49-F238E27FC236}">
                <a16:creationId xmlns:a16="http://schemas.microsoft.com/office/drawing/2014/main" id="{FBD76F06-5739-4E5F-B851-A458A0ED6E7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44" y="7040498"/>
            <a:ext cx="112871" cy="182880"/>
          </a:xfrm>
          <a:prstGeom prst="rect">
            <a:avLst/>
          </a:prstGeom>
        </p:spPr>
      </p:pic>
      <p:pic>
        <p:nvPicPr>
          <p:cNvPr id="992" name="Picture 991">
            <a:extLst>
              <a:ext uri="{FF2B5EF4-FFF2-40B4-BE49-F238E27FC236}">
                <a16:creationId xmlns:a16="http://schemas.microsoft.com/office/drawing/2014/main" id="{6241D45D-F17E-40EE-B7BF-6FDA9B240BD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445" y="7040498"/>
            <a:ext cx="112871" cy="182880"/>
          </a:xfrm>
          <a:prstGeom prst="rect">
            <a:avLst/>
          </a:prstGeom>
        </p:spPr>
      </p:pic>
      <p:pic>
        <p:nvPicPr>
          <p:cNvPr id="993" name="Picture 992">
            <a:extLst>
              <a:ext uri="{FF2B5EF4-FFF2-40B4-BE49-F238E27FC236}">
                <a16:creationId xmlns:a16="http://schemas.microsoft.com/office/drawing/2014/main" id="{222B744A-1F6D-4142-BB1A-A8A1DCC6055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44" y="6729260"/>
            <a:ext cx="112871" cy="182880"/>
          </a:xfrm>
          <a:prstGeom prst="rect">
            <a:avLst/>
          </a:prstGeom>
        </p:spPr>
      </p:pic>
      <p:pic>
        <p:nvPicPr>
          <p:cNvPr id="994" name="Picture 993">
            <a:extLst>
              <a:ext uri="{FF2B5EF4-FFF2-40B4-BE49-F238E27FC236}">
                <a16:creationId xmlns:a16="http://schemas.microsoft.com/office/drawing/2014/main" id="{261C1593-4BF8-4AF9-9D17-1DDEEA90A3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445" y="6729260"/>
            <a:ext cx="112871" cy="182880"/>
          </a:xfrm>
          <a:prstGeom prst="rect">
            <a:avLst/>
          </a:prstGeom>
        </p:spPr>
      </p:pic>
      <p:pic>
        <p:nvPicPr>
          <p:cNvPr id="995" name="Picture 994">
            <a:extLst>
              <a:ext uri="{FF2B5EF4-FFF2-40B4-BE49-F238E27FC236}">
                <a16:creationId xmlns:a16="http://schemas.microsoft.com/office/drawing/2014/main" id="{DEA48D32-7440-4C5D-BFAB-27678BA78B2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44" y="6418022"/>
            <a:ext cx="112871" cy="182880"/>
          </a:xfrm>
          <a:prstGeom prst="rect">
            <a:avLst/>
          </a:prstGeom>
        </p:spPr>
      </p:pic>
      <p:pic>
        <p:nvPicPr>
          <p:cNvPr id="996" name="Picture 995">
            <a:extLst>
              <a:ext uri="{FF2B5EF4-FFF2-40B4-BE49-F238E27FC236}">
                <a16:creationId xmlns:a16="http://schemas.microsoft.com/office/drawing/2014/main" id="{85720F5E-4205-47A4-9071-CDE6E62FAEC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445" y="6418022"/>
            <a:ext cx="112871" cy="182880"/>
          </a:xfrm>
          <a:prstGeom prst="rect">
            <a:avLst/>
          </a:prstGeom>
        </p:spPr>
      </p:pic>
      <p:pic>
        <p:nvPicPr>
          <p:cNvPr id="997" name="Picture 996">
            <a:extLst>
              <a:ext uri="{FF2B5EF4-FFF2-40B4-BE49-F238E27FC236}">
                <a16:creationId xmlns:a16="http://schemas.microsoft.com/office/drawing/2014/main" id="{3ED40573-37E2-4D9A-9F08-053C4FD78C5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446" y="6106784"/>
            <a:ext cx="112871" cy="182880"/>
          </a:xfrm>
          <a:prstGeom prst="rect">
            <a:avLst/>
          </a:prstGeom>
        </p:spPr>
      </p:pic>
      <p:pic>
        <p:nvPicPr>
          <p:cNvPr id="998" name="Picture 997">
            <a:extLst>
              <a:ext uri="{FF2B5EF4-FFF2-40B4-BE49-F238E27FC236}">
                <a16:creationId xmlns:a16="http://schemas.microsoft.com/office/drawing/2014/main" id="{AE39687C-11FD-49F4-8341-FA6BB76DAA8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47" y="6106784"/>
            <a:ext cx="112871" cy="182880"/>
          </a:xfrm>
          <a:prstGeom prst="rect">
            <a:avLst/>
          </a:prstGeom>
        </p:spPr>
      </p:pic>
      <p:pic>
        <p:nvPicPr>
          <p:cNvPr id="999" name="Picture 998">
            <a:extLst>
              <a:ext uri="{FF2B5EF4-FFF2-40B4-BE49-F238E27FC236}">
                <a16:creationId xmlns:a16="http://schemas.microsoft.com/office/drawing/2014/main" id="{D0F88005-773A-4FF1-89E5-173811655DA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446" y="7040498"/>
            <a:ext cx="112871" cy="182880"/>
          </a:xfrm>
          <a:prstGeom prst="rect">
            <a:avLst/>
          </a:prstGeom>
        </p:spPr>
      </p:pic>
      <p:pic>
        <p:nvPicPr>
          <p:cNvPr id="1000" name="Picture 999">
            <a:extLst>
              <a:ext uri="{FF2B5EF4-FFF2-40B4-BE49-F238E27FC236}">
                <a16:creationId xmlns:a16="http://schemas.microsoft.com/office/drawing/2014/main" id="{F51FCEAE-8CBC-4164-BA6E-E09E47E5927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47" y="7040498"/>
            <a:ext cx="112871" cy="182880"/>
          </a:xfrm>
          <a:prstGeom prst="rect">
            <a:avLst/>
          </a:prstGeom>
        </p:spPr>
      </p:pic>
      <p:pic>
        <p:nvPicPr>
          <p:cNvPr id="1001" name="Picture 1000">
            <a:extLst>
              <a:ext uri="{FF2B5EF4-FFF2-40B4-BE49-F238E27FC236}">
                <a16:creationId xmlns:a16="http://schemas.microsoft.com/office/drawing/2014/main" id="{A70B2600-99B1-40A5-8F05-FD2024248D9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446" y="6729260"/>
            <a:ext cx="112871" cy="182880"/>
          </a:xfrm>
          <a:prstGeom prst="rect">
            <a:avLst/>
          </a:prstGeom>
        </p:spPr>
      </p:pic>
      <p:pic>
        <p:nvPicPr>
          <p:cNvPr id="1002" name="Picture 1001">
            <a:extLst>
              <a:ext uri="{FF2B5EF4-FFF2-40B4-BE49-F238E27FC236}">
                <a16:creationId xmlns:a16="http://schemas.microsoft.com/office/drawing/2014/main" id="{A85E921E-3488-4B9F-91E5-78B1AAE7A31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47" y="6729260"/>
            <a:ext cx="112871" cy="182880"/>
          </a:xfrm>
          <a:prstGeom prst="rect">
            <a:avLst/>
          </a:prstGeom>
        </p:spPr>
      </p:pic>
      <p:pic>
        <p:nvPicPr>
          <p:cNvPr id="1003" name="Picture 1002">
            <a:extLst>
              <a:ext uri="{FF2B5EF4-FFF2-40B4-BE49-F238E27FC236}">
                <a16:creationId xmlns:a16="http://schemas.microsoft.com/office/drawing/2014/main" id="{CDC8AB77-1472-465A-BDE2-F02FB93932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446" y="6418022"/>
            <a:ext cx="112871" cy="182880"/>
          </a:xfrm>
          <a:prstGeom prst="rect">
            <a:avLst/>
          </a:prstGeom>
        </p:spPr>
      </p:pic>
      <p:pic>
        <p:nvPicPr>
          <p:cNvPr id="1004" name="Picture 1003">
            <a:extLst>
              <a:ext uri="{FF2B5EF4-FFF2-40B4-BE49-F238E27FC236}">
                <a16:creationId xmlns:a16="http://schemas.microsoft.com/office/drawing/2014/main" id="{1115F233-398F-4D30-850D-BB7E62F3761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47" y="6418022"/>
            <a:ext cx="112871" cy="182880"/>
          </a:xfrm>
          <a:prstGeom prst="rect">
            <a:avLst/>
          </a:prstGeom>
        </p:spPr>
      </p:pic>
      <p:pic>
        <p:nvPicPr>
          <p:cNvPr id="1005" name="Picture 1004">
            <a:extLst>
              <a:ext uri="{FF2B5EF4-FFF2-40B4-BE49-F238E27FC236}">
                <a16:creationId xmlns:a16="http://schemas.microsoft.com/office/drawing/2014/main" id="{CC656C41-956E-4181-890A-E0049A98645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448" y="6106784"/>
            <a:ext cx="112871" cy="182880"/>
          </a:xfrm>
          <a:prstGeom prst="rect">
            <a:avLst/>
          </a:prstGeom>
        </p:spPr>
      </p:pic>
      <p:pic>
        <p:nvPicPr>
          <p:cNvPr id="1006" name="Picture 1005">
            <a:extLst>
              <a:ext uri="{FF2B5EF4-FFF2-40B4-BE49-F238E27FC236}">
                <a16:creationId xmlns:a16="http://schemas.microsoft.com/office/drawing/2014/main" id="{346EE1F3-E81D-4A2E-9AB0-9CC92E068FB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49" y="6106784"/>
            <a:ext cx="112871" cy="182880"/>
          </a:xfrm>
          <a:prstGeom prst="rect">
            <a:avLst/>
          </a:prstGeom>
        </p:spPr>
      </p:pic>
      <p:pic>
        <p:nvPicPr>
          <p:cNvPr id="1007" name="Picture 1006">
            <a:extLst>
              <a:ext uri="{FF2B5EF4-FFF2-40B4-BE49-F238E27FC236}">
                <a16:creationId xmlns:a16="http://schemas.microsoft.com/office/drawing/2014/main" id="{5D68A327-A750-46BF-942F-0FA6AC0B344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448" y="7040498"/>
            <a:ext cx="112871" cy="182880"/>
          </a:xfrm>
          <a:prstGeom prst="rect">
            <a:avLst/>
          </a:prstGeom>
        </p:spPr>
      </p:pic>
      <p:pic>
        <p:nvPicPr>
          <p:cNvPr id="1008" name="Picture 1007">
            <a:extLst>
              <a:ext uri="{FF2B5EF4-FFF2-40B4-BE49-F238E27FC236}">
                <a16:creationId xmlns:a16="http://schemas.microsoft.com/office/drawing/2014/main" id="{FC9896E2-0745-4FA9-AA7C-773EBF0143E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49" y="7040498"/>
            <a:ext cx="112871" cy="182880"/>
          </a:xfrm>
          <a:prstGeom prst="rect">
            <a:avLst/>
          </a:prstGeom>
        </p:spPr>
      </p:pic>
      <p:pic>
        <p:nvPicPr>
          <p:cNvPr id="1009" name="Picture 1008">
            <a:extLst>
              <a:ext uri="{FF2B5EF4-FFF2-40B4-BE49-F238E27FC236}">
                <a16:creationId xmlns:a16="http://schemas.microsoft.com/office/drawing/2014/main" id="{8E8FD388-D19C-422B-8185-7E3A05C7DDC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448" y="6729260"/>
            <a:ext cx="112871" cy="182880"/>
          </a:xfrm>
          <a:prstGeom prst="rect">
            <a:avLst/>
          </a:prstGeom>
        </p:spPr>
      </p:pic>
      <p:pic>
        <p:nvPicPr>
          <p:cNvPr id="1010" name="Picture 1009">
            <a:extLst>
              <a:ext uri="{FF2B5EF4-FFF2-40B4-BE49-F238E27FC236}">
                <a16:creationId xmlns:a16="http://schemas.microsoft.com/office/drawing/2014/main" id="{3452F8D4-1A37-40C0-ACA3-74B848031BC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49" y="6729260"/>
            <a:ext cx="112871" cy="182880"/>
          </a:xfrm>
          <a:prstGeom prst="rect">
            <a:avLst/>
          </a:prstGeom>
        </p:spPr>
      </p:pic>
      <p:pic>
        <p:nvPicPr>
          <p:cNvPr id="1011" name="Picture 1010">
            <a:extLst>
              <a:ext uri="{FF2B5EF4-FFF2-40B4-BE49-F238E27FC236}">
                <a16:creationId xmlns:a16="http://schemas.microsoft.com/office/drawing/2014/main" id="{5A1ABE57-EE56-4232-B671-4B90D480C88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448" y="6418022"/>
            <a:ext cx="112871" cy="182880"/>
          </a:xfrm>
          <a:prstGeom prst="rect">
            <a:avLst/>
          </a:prstGeom>
        </p:spPr>
      </p:pic>
      <p:pic>
        <p:nvPicPr>
          <p:cNvPr id="1012" name="Picture 1011">
            <a:extLst>
              <a:ext uri="{FF2B5EF4-FFF2-40B4-BE49-F238E27FC236}">
                <a16:creationId xmlns:a16="http://schemas.microsoft.com/office/drawing/2014/main" id="{C9553D0D-20C3-4802-A64D-DEA26110516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49" y="6418022"/>
            <a:ext cx="112871" cy="182880"/>
          </a:xfrm>
          <a:prstGeom prst="rect">
            <a:avLst/>
          </a:prstGeom>
        </p:spPr>
      </p:pic>
      <p:pic>
        <p:nvPicPr>
          <p:cNvPr id="1013" name="Picture 1012">
            <a:extLst>
              <a:ext uri="{FF2B5EF4-FFF2-40B4-BE49-F238E27FC236}">
                <a16:creationId xmlns:a16="http://schemas.microsoft.com/office/drawing/2014/main" id="{50D69E84-EB4E-4E60-B2E2-0096FC09229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450" y="6106784"/>
            <a:ext cx="112871" cy="182880"/>
          </a:xfrm>
          <a:prstGeom prst="rect">
            <a:avLst/>
          </a:prstGeom>
        </p:spPr>
      </p:pic>
      <p:pic>
        <p:nvPicPr>
          <p:cNvPr id="1014" name="Picture 1013">
            <a:extLst>
              <a:ext uri="{FF2B5EF4-FFF2-40B4-BE49-F238E27FC236}">
                <a16:creationId xmlns:a16="http://schemas.microsoft.com/office/drawing/2014/main" id="{691499C3-EEBD-40D4-A5AD-EB90C3E3BD3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51" y="6106784"/>
            <a:ext cx="112871" cy="182880"/>
          </a:xfrm>
          <a:prstGeom prst="rect">
            <a:avLst/>
          </a:prstGeom>
        </p:spPr>
      </p:pic>
      <p:pic>
        <p:nvPicPr>
          <p:cNvPr id="1015" name="Picture 1014">
            <a:extLst>
              <a:ext uri="{FF2B5EF4-FFF2-40B4-BE49-F238E27FC236}">
                <a16:creationId xmlns:a16="http://schemas.microsoft.com/office/drawing/2014/main" id="{C3830C77-C15E-42ED-AD3C-D2C8C541CF7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450" y="7040498"/>
            <a:ext cx="112871" cy="182880"/>
          </a:xfrm>
          <a:prstGeom prst="rect">
            <a:avLst/>
          </a:prstGeom>
        </p:spPr>
      </p:pic>
      <p:pic>
        <p:nvPicPr>
          <p:cNvPr id="1016" name="Picture 1015">
            <a:extLst>
              <a:ext uri="{FF2B5EF4-FFF2-40B4-BE49-F238E27FC236}">
                <a16:creationId xmlns:a16="http://schemas.microsoft.com/office/drawing/2014/main" id="{35777034-9DA0-4311-B122-896AA9147E8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51" y="7040498"/>
            <a:ext cx="112871" cy="182880"/>
          </a:xfrm>
          <a:prstGeom prst="rect">
            <a:avLst/>
          </a:prstGeom>
        </p:spPr>
      </p:pic>
      <p:pic>
        <p:nvPicPr>
          <p:cNvPr id="1017" name="Picture 1016">
            <a:extLst>
              <a:ext uri="{FF2B5EF4-FFF2-40B4-BE49-F238E27FC236}">
                <a16:creationId xmlns:a16="http://schemas.microsoft.com/office/drawing/2014/main" id="{C0D2741C-E019-438D-B383-D53A563FC7F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450" y="6729260"/>
            <a:ext cx="112871" cy="182880"/>
          </a:xfrm>
          <a:prstGeom prst="rect">
            <a:avLst/>
          </a:prstGeom>
        </p:spPr>
      </p:pic>
      <p:pic>
        <p:nvPicPr>
          <p:cNvPr id="1018" name="Picture 1017">
            <a:extLst>
              <a:ext uri="{FF2B5EF4-FFF2-40B4-BE49-F238E27FC236}">
                <a16:creationId xmlns:a16="http://schemas.microsoft.com/office/drawing/2014/main" id="{DF32AF40-FA8C-4E99-9151-7ABC2CC08C9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51" y="6729260"/>
            <a:ext cx="112871" cy="182880"/>
          </a:xfrm>
          <a:prstGeom prst="rect">
            <a:avLst/>
          </a:prstGeom>
        </p:spPr>
      </p:pic>
      <p:pic>
        <p:nvPicPr>
          <p:cNvPr id="1019" name="Picture 1018">
            <a:extLst>
              <a:ext uri="{FF2B5EF4-FFF2-40B4-BE49-F238E27FC236}">
                <a16:creationId xmlns:a16="http://schemas.microsoft.com/office/drawing/2014/main" id="{38090FD8-8565-41CE-919A-B2FB2EB450F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450" y="6418022"/>
            <a:ext cx="112871" cy="182880"/>
          </a:xfrm>
          <a:prstGeom prst="rect">
            <a:avLst/>
          </a:prstGeom>
        </p:spPr>
      </p:pic>
      <p:pic>
        <p:nvPicPr>
          <p:cNvPr id="1020" name="Picture 1019">
            <a:extLst>
              <a:ext uri="{FF2B5EF4-FFF2-40B4-BE49-F238E27FC236}">
                <a16:creationId xmlns:a16="http://schemas.microsoft.com/office/drawing/2014/main" id="{967DAB6E-229A-4605-988B-A4F2C6C05FB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51" y="6418022"/>
            <a:ext cx="112871" cy="182880"/>
          </a:xfrm>
          <a:prstGeom prst="rect">
            <a:avLst/>
          </a:prstGeom>
        </p:spPr>
      </p:pic>
      <p:pic>
        <p:nvPicPr>
          <p:cNvPr id="1021" name="Picture 1020">
            <a:extLst>
              <a:ext uri="{FF2B5EF4-FFF2-40B4-BE49-F238E27FC236}">
                <a16:creationId xmlns:a16="http://schemas.microsoft.com/office/drawing/2014/main" id="{7FF4B27C-DCAA-4B2F-845E-DCB39996816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452" y="6106784"/>
            <a:ext cx="112871" cy="182880"/>
          </a:xfrm>
          <a:prstGeom prst="rect">
            <a:avLst/>
          </a:prstGeom>
        </p:spPr>
      </p:pic>
      <p:pic>
        <p:nvPicPr>
          <p:cNvPr id="1022" name="Picture 1021">
            <a:extLst>
              <a:ext uri="{FF2B5EF4-FFF2-40B4-BE49-F238E27FC236}">
                <a16:creationId xmlns:a16="http://schemas.microsoft.com/office/drawing/2014/main" id="{650E57F7-B468-4A15-819E-1EAF7F54FED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453" y="6106784"/>
            <a:ext cx="112871" cy="182880"/>
          </a:xfrm>
          <a:prstGeom prst="rect">
            <a:avLst/>
          </a:prstGeom>
        </p:spPr>
      </p:pic>
      <p:pic>
        <p:nvPicPr>
          <p:cNvPr id="1023" name="Picture 1022">
            <a:extLst>
              <a:ext uri="{FF2B5EF4-FFF2-40B4-BE49-F238E27FC236}">
                <a16:creationId xmlns:a16="http://schemas.microsoft.com/office/drawing/2014/main" id="{A1A7FAE1-1B7D-40C0-B7FC-672F0AE9776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452" y="7040498"/>
            <a:ext cx="112871" cy="182880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A23AD4BE-8A94-49DB-B9C7-9B0EE532D44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452" y="6729260"/>
            <a:ext cx="112871" cy="182880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032C7445-1683-4880-9149-2DC59A4B993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453" y="6729260"/>
            <a:ext cx="112871" cy="182880"/>
          </a:xfrm>
          <a:prstGeom prst="rect">
            <a:avLst/>
          </a:prstGeom>
        </p:spPr>
      </p:pic>
      <p:pic>
        <p:nvPicPr>
          <p:cNvPr id="1026" name="Picture 1025">
            <a:extLst>
              <a:ext uri="{FF2B5EF4-FFF2-40B4-BE49-F238E27FC236}">
                <a16:creationId xmlns:a16="http://schemas.microsoft.com/office/drawing/2014/main" id="{1372104E-5533-4418-99E4-B29AB5BB67B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452" y="6418022"/>
            <a:ext cx="112871" cy="182880"/>
          </a:xfrm>
          <a:prstGeom prst="rect">
            <a:avLst/>
          </a:prstGeom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2D77AFCA-1B91-4CE5-B406-4A9B5152554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453" y="6418022"/>
            <a:ext cx="112871" cy="182880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540AAFD2-3309-40AF-8E19-FBDED249410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54" y="6106784"/>
            <a:ext cx="112871" cy="182880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BAAB7311-D61B-4892-B937-2AA3C935ED9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455" y="6106784"/>
            <a:ext cx="112871" cy="182880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02936422-33FC-4B00-BA39-AD574ED2BEB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54" y="6729260"/>
            <a:ext cx="112871" cy="182880"/>
          </a:xfrm>
          <a:prstGeom prst="rect">
            <a:avLst/>
          </a:prstGeom>
        </p:spPr>
      </p:pic>
      <p:pic>
        <p:nvPicPr>
          <p:cNvPr id="1031" name="Picture 1030">
            <a:extLst>
              <a:ext uri="{FF2B5EF4-FFF2-40B4-BE49-F238E27FC236}">
                <a16:creationId xmlns:a16="http://schemas.microsoft.com/office/drawing/2014/main" id="{818A8F59-5211-47E4-B5D0-332FECA367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455" y="6729260"/>
            <a:ext cx="112871" cy="182880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467656E9-6D0D-451A-9C06-90E6066D74D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54" y="6418022"/>
            <a:ext cx="112871" cy="182880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D72875AF-C93E-46CE-8DC8-F57733F8419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455" y="6418022"/>
            <a:ext cx="112871" cy="182880"/>
          </a:xfrm>
          <a:prstGeom prst="rect">
            <a:avLst/>
          </a:prstGeom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5ADBE01D-FB77-4C86-A288-F17AD49F6DB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6106784"/>
            <a:ext cx="112871" cy="182880"/>
          </a:xfrm>
          <a:prstGeom prst="rect">
            <a:avLst/>
          </a:prstGeom>
        </p:spPr>
      </p:pic>
      <p:pic>
        <p:nvPicPr>
          <p:cNvPr id="1044" name="Picture 1043">
            <a:extLst>
              <a:ext uri="{FF2B5EF4-FFF2-40B4-BE49-F238E27FC236}">
                <a16:creationId xmlns:a16="http://schemas.microsoft.com/office/drawing/2014/main" id="{016E6004-179B-4613-A8C3-86E62D9C91F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6729260"/>
            <a:ext cx="112871" cy="182880"/>
          </a:xfrm>
          <a:prstGeom prst="rect">
            <a:avLst/>
          </a:prstGeom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E083C3EB-9BE8-4F25-942A-F074FDFB072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6418022"/>
            <a:ext cx="112871" cy="182880"/>
          </a:xfrm>
          <a:prstGeom prst="rect">
            <a:avLst/>
          </a:prstGeom>
        </p:spPr>
      </p:pic>
      <p:sp>
        <p:nvSpPr>
          <p:cNvPr id="1069" name="TextBox 1068">
            <a:extLst>
              <a:ext uri="{FF2B5EF4-FFF2-40B4-BE49-F238E27FC236}">
                <a16:creationId xmlns:a16="http://schemas.microsoft.com/office/drawing/2014/main" id="{B0E5B774-B7F5-4516-A323-B84C48E67842}"/>
              </a:ext>
            </a:extLst>
          </p:cNvPr>
          <p:cNvSpPr txBox="1"/>
          <p:nvPr/>
        </p:nvSpPr>
        <p:spPr>
          <a:xfrm>
            <a:off x="8327940" y="7627229"/>
            <a:ext cx="2980944" cy="153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Utilization = 71/76 = 93.4%</a:t>
            </a:r>
          </a:p>
        </p:txBody>
      </p:sp>
      <p:pic>
        <p:nvPicPr>
          <p:cNvPr id="1070" name="Picture 1069">
            <a:extLst>
              <a:ext uri="{FF2B5EF4-FFF2-40B4-BE49-F238E27FC236}">
                <a16:creationId xmlns:a16="http://schemas.microsoft.com/office/drawing/2014/main" id="{01725875-01FF-4AB6-A1B2-25D71D8DD25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109" y="7351735"/>
            <a:ext cx="112871" cy="182880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DADEC679-F3DB-48FA-8171-BC35B43C3E7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443" y="7351735"/>
            <a:ext cx="112871" cy="182880"/>
          </a:xfrm>
          <a:prstGeom prst="rect">
            <a:avLst/>
          </a:prstGeom>
        </p:spPr>
      </p:pic>
      <p:pic>
        <p:nvPicPr>
          <p:cNvPr id="1072" name="Picture 1071">
            <a:extLst>
              <a:ext uri="{FF2B5EF4-FFF2-40B4-BE49-F238E27FC236}">
                <a16:creationId xmlns:a16="http://schemas.microsoft.com/office/drawing/2014/main" id="{13BE393E-DBA5-4BB6-88CE-C820DD67B16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110" y="7351735"/>
            <a:ext cx="112871" cy="182880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A75DB34E-3CC1-4B44-87AB-BB0DB63A7A4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777" y="7351735"/>
            <a:ext cx="112871" cy="182880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CF5DDEB9-AC75-489D-AC86-405D6F1F5D8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444" y="7351735"/>
            <a:ext cx="112871" cy="182880"/>
          </a:xfrm>
          <a:prstGeom prst="rect">
            <a:avLst/>
          </a:prstGeom>
        </p:spPr>
      </p:pic>
      <p:pic>
        <p:nvPicPr>
          <p:cNvPr id="1075" name="Picture 1074">
            <a:extLst>
              <a:ext uri="{FF2B5EF4-FFF2-40B4-BE49-F238E27FC236}">
                <a16:creationId xmlns:a16="http://schemas.microsoft.com/office/drawing/2014/main" id="{374451E4-E2DC-4A09-ACD0-574FFEDBB7C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111" y="7351735"/>
            <a:ext cx="112871" cy="182880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4EF94964-E8E5-443C-8837-043968CF35C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778" y="7351735"/>
            <a:ext cx="112871" cy="182880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93C1AD8F-D18F-40A4-B838-BFED194EBC2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445" y="7351735"/>
            <a:ext cx="112871" cy="182880"/>
          </a:xfrm>
          <a:prstGeom prst="rect">
            <a:avLst/>
          </a:prstGeom>
        </p:spPr>
      </p:pic>
      <p:pic>
        <p:nvPicPr>
          <p:cNvPr id="1078" name="Picture 1077">
            <a:extLst>
              <a:ext uri="{FF2B5EF4-FFF2-40B4-BE49-F238E27FC236}">
                <a16:creationId xmlns:a16="http://schemas.microsoft.com/office/drawing/2014/main" id="{B4945BDC-9C52-4C70-929F-201FD8582F2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112" y="7351735"/>
            <a:ext cx="112871" cy="182880"/>
          </a:xfrm>
          <a:prstGeom prst="rect">
            <a:avLst/>
          </a:prstGeom>
        </p:spPr>
      </p:pic>
      <p:pic>
        <p:nvPicPr>
          <p:cNvPr id="1084" name="Picture 1083">
            <a:extLst>
              <a:ext uri="{FF2B5EF4-FFF2-40B4-BE49-F238E27FC236}">
                <a16:creationId xmlns:a16="http://schemas.microsoft.com/office/drawing/2014/main" id="{F1080685-547A-4323-A357-82BD766F763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776" y="7351735"/>
            <a:ext cx="112871" cy="182880"/>
          </a:xfrm>
          <a:prstGeom prst="rect">
            <a:avLst/>
          </a:prstGeom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A2BF4F58-F449-4D9D-A103-446A8F72FBE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453" y="7040498"/>
            <a:ext cx="112871" cy="182880"/>
          </a:xfrm>
          <a:prstGeom prst="rect">
            <a:avLst/>
          </a:prstGeom>
        </p:spPr>
      </p:pic>
      <p:pic>
        <p:nvPicPr>
          <p:cNvPr id="1086" name="Picture 1085">
            <a:extLst>
              <a:ext uri="{FF2B5EF4-FFF2-40B4-BE49-F238E27FC236}">
                <a16:creationId xmlns:a16="http://schemas.microsoft.com/office/drawing/2014/main" id="{9CA51050-89EC-4356-B0F4-183922F422A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54" y="7040498"/>
            <a:ext cx="112871" cy="182880"/>
          </a:xfrm>
          <a:prstGeom prst="rect">
            <a:avLst/>
          </a:prstGeom>
        </p:spPr>
      </p:pic>
      <p:pic>
        <p:nvPicPr>
          <p:cNvPr id="1087" name="Picture 1086">
            <a:extLst>
              <a:ext uri="{FF2B5EF4-FFF2-40B4-BE49-F238E27FC236}">
                <a16:creationId xmlns:a16="http://schemas.microsoft.com/office/drawing/2014/main" id="{E4ECF18B-CC5F-47A9-BD3A-776913C7EFC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455" y="7040498"/>
            <a:ext cx="112871" cy="182880"/>
          </a:xfrm>
          <a:prstGeom prst="rect">
            <a:avLst/>
          </a:prstGeom>
        </p:spPr>
      </p:pic>
      <p:pic>
        <p:nvPicPr>
          <p:cNvPr id="1088" name="Picture 1087">
            <a:extLst>
              <a:ext uri="{FF2B5EF4-FFF2-40B4-BE49-F238E27FC236}">
                <a16:creationId xmlns:a16="http://schemas.microsoft.com/office/drawing/2014/main" id="{5CF46885-691F-4F70-A45D-F7BECDEFCF2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7040498"/>
            <a:ext cx="112871" cy="182880"/>
          </a:xfrm>
          <a:prstGeom prst="rect">
            <a:avLst/>
          </a:prstGeom>
        </p:spPr>
      </p:pic>
      <p:pic>
        <p:nvPicPr>
          <p:cNvPr id="1089" name="Picture 1088">
            <a:extLst>
              <a:ext uri="{FF2B5EF4-FFF2-40B4-BE49-F238E27FC236}">
                <a16:creationId xmlns:a16="http://schemas.microsoft.com/office/drawing/2014/main" id="{06192D0C-CE59-42AD-AADF-2FF458C5E1A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779" y="7351735"/>
            <a:ext cx="112871" cy="182880"/>
          </a:xfrm>
          <a:prstGeom prst="rect">
            <a:avLst/>
          </a:prstGeom>
        </p:spPr>
      </p:pic>
      <p:pic>
        <p:nvPicPr>
          <p:cNvPr id="1090" name="Picture 1089">
            <a:extLst>
              <a:ext uri="{FF2B5EF4-FFF2-40B4-BE49-F238E27FC236}">
                <a16:creationId xmlns:a16="http://schemas.microsoft.com/office/drawing/2014/main" id="{29E2EC62-32DF-4956-8DA0-EE8788EC1CA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446" y="7351735"/>
            <a:ext cx="112871" cy="182880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66192A53-D753-460F-B63F-FC3C11C5040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113" y="7351735"/>
            <a:ext cx="112871" cy="182880"/>
          </a:xfrm>
          <a:prstGeom prst="rect">
            <a:avLst/>
          </a:prstGeom>
        </p:spPr>
      </p:pic>
      <p:pic>
        <p:nvPicPr>
          <p:cNvPr id="1092" name="Picture 1091">
            <a:extLst>
              <a:ext uri="{FF2B5EF4-FFF2-40B4-BE49-F238E27FC236}">
                <a16:creationId xmlns:a16="http://schemas.microsoft.com/office/drawing/2014/main" id="{498978E4-21EA-4863-A49E-7ABA411893D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780" y="7351735"/>
            <a:ext cx="112871" cy="182880"/>
          </a:xfrm>
          <a:prstGeom prst="rect">
            <a:avLst/>
          </a:prstGeom>
        </p:spPr>
      </p:pic>
      <p:pic>
        <p:nvPicPr>
          <p:cNvPr id="1093" name="Picture 1092">
            <a:extLst>
              <a:ext uri="{FF2B5EF4-FFF2-40B4-BE49-F238E27FC236}">
                <a16:creationId xmlns:a16="http://schemas.microsoft.com/office/drawing/2014/main" id="{AA386C9F-A3AA-48A2-BD4C-4EE3941CE84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451" y="7351735"/>
            <a:ext cx="112871" cy="182880"/>
          </a:xfrm>
          <a:prstGeom prst="rect">
            <a:avLst/>
          </a:prstGeom>
        </p:spPr>
      </p:pic>
      <p:pic>
        <p:nvPicPr>
          <p:cNvPr id="1094" name="Picture 1093">
            <a:extLst>
              <a:ext uri="{FF2B5EF4-FFF2-40B4-BE49-F238E27FC236}">
                <a16:creationId xmlns:a16="http://schemas.microsoft.com/office/drawing/2014/main" id="{7F1CB718-8903-4F8D-A1A2-AC2073C1C1F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442" y="7351735"/>
            <a:ext cx="112871" cy="182880"/>
          </a:xfrm>
          <a:prstGeom prst="rect">
            <a:avLst/>
          </a:prstGeom>
        </p:spPr>
      </p:pic>
      <p:sp>
        <p:nvSpPr>
          <p:cNvPr id="1096" name="Rectangle 1095">
            <a:extLst>
              <a:ext uri="{FF2B5EF4-FFF2-40B4-BE49-F238E27FC236}">
                <a16:creationId xmlns:a16="http://schemas.microsoft.com/office/drawing/2014/main" id="{A4A2817C-FDE8-4B80-8EC1-F9D9992A33B8}"/>
              </a:ext>
            </a:extLst>
          </p:cNvPr>
          <p:cNvSpPr/>
          <p:nvPr/>
        </p:nvSpPr>
        <p:spPr bwMode="gray">
          <a:xfrm>
            <a:off x="11574097" y="9619368"/>
            <a:ext cx="3651199" cy="18288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r" defTabSz="1219170">
              <a:spcBef>
                <a:spcPts val="200"/>
              </a:spcBef>
              <a:spcAft>
                <a:spcPts val="200"/>
              </a:spcAft>
            </a:pPr>
            <a:r>
              <a:rPr lang="en-US" sz="7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Key: 1 - Only roll-ups. No cost allocations specific to Hub or City are needed.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73B3FA65-422F-4701-BEAE-1EB2DACF6B40}"/>
              </a:ext>
            </a:extLst>
          </p:cNvPr>
          <p:cNvSpPr/>
          <p:nvPr/>
        </p:nvSpPr>
        <p:spPr>
          <a:xfrm>
            <a:off x="219696" y="5582962"/>
            <a:ext cx="1828800" cy="192295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(seat occupancy)</a:t>
            </a: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73B3FA65-422F-4701-BEAE-1EB2DACF6B40}"/>
              </a:ext>
            </a:extLst>
          </p:cNvPr>
          <p:cNvSpPr/>
          <p:nvPr/>
        </p:nvSpPr>
        <p:spPr>
          <a:xfrm>
            <a:off x="219696" y="7622462"/>
            <a:ext cx="1828800" cy="192295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(seat occupancy)</a:t>
            </a:r>
          </a:p>
        </p:txBody>
      </p:sp>
      <p:sp>
        <p:nvSpPr>
          <p:cNvPr id="3" name="Rectangle 2"/>
          <p:cNvSpPr/>
          <p:nvPr/>
        </p:nvSpPr>
        <p:spPr>
          <a:xfrm>
            <a:off x="238446" y="1831220"/>
            <a:ext cx="11067167" cy="1269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sz="11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Illustrative Utilization Calculations</a:t>
            </a:r>
            <a:endParaRPr lang="en-US" sz="11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defTabSz="121917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 Routes and 2 vehicles have been deployed for commuter business. Vehicle I has 2 runs for Route I and 3 runs for Route II, while Vehicle II has 3 runs for Route I and 1 run for Route II. Vehicle I has 20 seats per ride and Vehicle II has 16 seats per ride.</a:t>
            </a:r>
          </a:p>
          <a:p>
            <a:pPr marL="228600" indent="-228600" defTabSz="121917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total capacity for Route I is 1*2*20 + 1*3*16 = 88 and total number of tickets sold is 15+10+16+10+14 = 65, therefore Route I Utilization = 73.9% (65/88)</a:t>
            </a:r>
          </a:p>
          <a:p>
            <a:pPr marL="228600" indent="-228600" defTabSz="121917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Similarly, the total capacity of Vehicle I is 20*5 = 100 and total number of tickets sold is 15+10+20+15+20 = 80, therefore Vehicle I Utilization = 80% (80/100)</a:t>
            </a:r>
          </a:p>
        </p:txBody>
      </p: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8D391386-104E-4EFE-892F-5DF30CCA60B6}"/>
              </a:ext>
            </a:extLst>
          </p:cNvPr>
          <p:cNvCxnSpPr>
            <a:cxnSpLocks/>
          </p:cNvCxnSpPr>
          <p:nvPr/>
        </p:nvCxnSpPr>
        <p:spPr>
          <a:xfrm flipH="1">
            <a:off x="137754" y="1874728"/>
            <a:ext cx="11201400" cy="1"/>
          </a:xfrm>
          <a:prstGeom prst="line">
            <a:avLst/>
          </a:prstGeom>
          <a:ln w="9525" cap="rnd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" name="Rectangle 603">
            <a:extLst>
              <a:ext uri="{FF2B5EF4-FFF2-40B4-BE49-F238E27FC236}">
                <a16:creationId xmlns:a16="http://schemas.microsoft.com/office/drawing/2014/main" id="{9237EBDC-C365-4A28-8F27-624B085CE653}"/>
              </a:ext>
            </a:extLst>
          </p:cNvPr>
          <p:cNvSpPr/>
          <p:nvPr/>
        </p:nvSpPr>
        <p:spPr bwMode="gray">
          <a:xfrm>
            <a:off x="334031" y="843752"/>
            <a:ext cx="365760" cy="366599"/>
          </a:xfrm>
          <a:prstGeom prst="rect">
            <a:avLst/>
          </a:prstGeom>
          <a:solidFill>
            <a:srgbClr val="86BC2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defTabSz="1219170">
              <a:lnSpc>
                <a:spcPct val="106000"/>
              </a:lnSpc>
              <a:defRPr/>
            </a:pPr>
            <a:r>
              <a:rPr lang="en-US" sz="900" b="1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DB0CC45B-7EE0-4C29-950E-707015CAA413}"/>
              </a:ext>
            </a:extLst>
          </p:cNvPr>
          <p:cNvSpPr/>
          <p:nvPr/>
        </p:nvSpPr>
        <p:spPr bwMode="gray">
          <a:xfrm>
            <a:off x="643111" y="843752"/>
            <a:ext cx="1005840" cy="366599"/>
          </a:xfrm>
          <a:prstGeom prst="rect">
            <a:avLst/>
          </a:prstGeom>
          <a:solidFill>
            <a:srgbClr val="86BC2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defTabSz="1219170">
              <a:lnSpc>
                <a:spcPct val="106000"/>
              </a:lnSpc>
              <a:defRPr/>
            </a:pPr>
            <a:r>
              <a:rPr lang="en-US" sz="900" b="1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Utilization</a:t>
            </a: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852DDB63-7672-46C8-B703-6795F022B70F}"/>
              </a:ext>
            </a:extLst>
          </p:cNvPr>
          <p:cNvSpPr/>
          <p:nvPr/>
        </p:nvSpPr>
        <p:spPr bwMode="gray">
          <a:xfrm>
            <a:off x="318779" y="1367513"/>
            <a:ext cx="365760" cy="366037"/>
          </a:xfrm>
          <a:prstGeom prst="rect">
            <a:avLst/>
          </a:prstGeom>
          <a:solidFill>
            <a:srgbClr val="86BC2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defTabSz="1219170">
              <a:lnSpc>
                <a:spcPct val="106000"/>
              </a:lnSpc>
              <a:defRPr/>
            </a:pPr>
            <a:r>
              <a:rPr lang="en-US" sz="900" b="1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7.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9381F764-3B9D-44AB-B9D0-A7B2B87DA398}"/>
              </a:ext>
            </a:extLst>
          </p:cNvPr>
          <p:cNvSpPr/>
          <p:nvPr/>
        </p:nvSpPr>
        <p:spPr bwMode="gray">
          <a:xfrm>
            <a:off x="627859" y="1367513"/>
            <a:ext cx="1005840" cy="366037"/>
          </a:xfrm>
          <a:prstGeom prst="rect">
            <a:avLst/>
          </a:prstGeom>
          <a:solidFill>
            <a:srgbClr val="86BC2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defTabSz="1219170">
              <a:lnSpc>
                <a:spcPct val="106000"/>
              </a:lnSpc>
              <a:defRPr/>
            </a:pPr>
            <a:r>
              <a:rPr lang="en-US" sz="900" b="1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Vehicle Utilization</a:t>
            </a:r>
          </a:p>
        </p:txBody>
      </p:sp>
    </p:spTree>
    <p:extLst>
      <p:ext uri="{BB962C8B-B14F-4D97-AF65-F5344CB8AC3E}">
        <p14:creationId xmlns:p14="http://schemas.microsoft.com/office/powerpoint/2010/main" val="2770663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BCG Grid 16:9">
  <a:themeElements>
    <a:clrScheme name="Ford GOTD">
      <a:dk1>
        <a:srgbClr val="000000"/>
      </a:dk1>
      <a:lt1>
        <a:srgbClr val="FFFFFF"/>
      </a:lt1>
      <a:dk2>
        <a:srgbClr val="44546A"/>
      </a:dk2>
      <a:lt2>
        <a:srgbClr val="767171"/>
      </a:lt2>
      <a:accent1>
        <a:srgbClr val="0071AE"/>
      </a:accent1>
      <a:accent2>
        <a:srgbClr val="3F3F3F"/>
      </a:accent2>
      <a:accent3>
        <a:srgbClr val="073B69"/>
      </a:accent3>
      <a:accent4>
        <a:srgbClr val="00B0F0"/>
      </a:accent4>
      <a:accent5>
        <a:srgbClr val="FF9900"/>
      </a:accent5>
      <a:accent6>
        <a:srgbClr val="99009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spcAft>
            <a:spcPts val="1000"/>
          </a:spcAft>
          <a:defRPr sz="12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60000"/>
              <a:lumOff val="40000"/>
            </a:schemeClr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spAutoFit/>
      </a:bodyPr>
      <a:lstStyle>
        <a:defPPr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2_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US 16_9_Onscreen.potx" id="{82E929E5-07E3-4FFC-922B-1DC2D1592D72}" vid="{34A8941C-3B27-4420-B6D1-6520D4ABD31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14994</TotalTime>
  <Words>660</Words>
  <Application>Microsoft Office PowerPoint</Application>
  <PresentationFormat>Custom</PresentationFormat>
  <Paragraphs>149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Courier New</vt:lpstr>
      <vt:lpstr>Lucida Grande</vt:lpstr>
      <vt:lpstr>Nexa Black</vt:lpstr>
      <vt:lpstr>Open Sans</vt:lpstr>
      <vt:lpstr>Verdana</vt:lpstr>
      <vt:lpstr>Wingdings</vt:lpstr>
      <vt:lpstr>3_BCG Grid 16:9</vt:lpstr>
      <vt:lpstr>2_Deloitte_US_Onscreen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Localization Finance</dc:title>
  <dc:creator>Gorman, Ryan</dc:creator>
  <cp:lastModifiedBy>a d</cp:lastModifiedBy>
  <cp:revision>779</cp:revision>
  <dcterms:created xsi:type="dcterms:W3CDTF">2019-09-30T16:22:52Z</dcterms:created>
  <dcterms:modified xsi:type="dcterms:W3CDTF">2026-08-14T03:47:55Z</dcterms:modified>
</cp:coreProperties>
</file>